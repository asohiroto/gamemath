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9F3F7-FA18-0429-E02F-4A2A3437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E62497-BE54-DB6B-7CC0-66AD55C65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156D4-7CE1-F994-C5A7-06CDC70C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AEE51-A067-D11D-8548-E3CF5654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1F598-4AFA-A9A2-0B3C-D855A0D7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90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4CE5E-F75E-D310-D741-02B956AA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F2EDD1-CC9A-D720-11D3-E9B6E166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0AB7A-C349-BDAE-BD55-C7882453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F7378B-E74C-D30E-0168-B014AA5D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BBAB4A-3CAB-7EF9-F16B-3A233FF4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22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9727C-24F5-C396-751D-503A14D8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31B61F-2B1D-E484-701D-B3061200F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2F593-52B1-8082-F444-2C8AA5A8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BE352-0A08-D46E-B3E5-C1F80359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67B69-D0ED-C628-E80A-D3E031F4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88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2BDBC-3172-6AF6-FCDF-6639BB81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5A205-A3A2-302F-89B8-F20DE877F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25260B-37FA-901F-8C52-93856DAC3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CF601C-DA3C-1FBD-EE45-6ADF78C5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D270B-C59F-20BE-9CC8-0EAD4E49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F63967-832D-1595-022B-F367D4D0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13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A60EC-1D2A-75C0-4933-C11DF6D0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D8634B-C522-5C07-8CA4-0DC9390E6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FDF5E5-D0BD-D9CC-0F94-353A2BD4F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D50BB6-3844-E532-776E-16355FC87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4A5139-1745-6256-2979-70C6EC944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B157BB-667D-21BA-F7ED-6847E005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D535A6B-EA97-6286-1CDC-4EC8C3DC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DA8260-C3C1-1130-E279-6FFB5E95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86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4003F-D08C-B515-A588-19C91FB2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75CC68-0CB8-E790-E1C7-0DBC9A80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392942-F065-46F3-B48F-86B0AEC0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F03EFB-3A44-8E66-A8D1-64C1BF9B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77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A1A72-B955-95D4-0464-56150DC2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F54DF7-FB65-C040-9E84-1812F2AF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40637-1464-6669-98BB-41FF3F53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87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DD3B5-DD7A-CFB4-E06E-B54DFCCD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25B6B-FAF4-353E-CAED-19BBE86E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F41D90-62B4-DB9A-BB30-C2CD2DCA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6785E-1684-5E03-9EEC-510327F0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73DB9-9BC0-1959-7894-8AFDFF15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7EA6BD-5EC8-2255-73B6-8F995EE6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7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F1B8C-D181-4A1A-0E33-A137E2BF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0E899-5365-B317-C212-1358D50CD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63DC4-0FD8-DF76-79CE-C83E189F4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0E192-8D5C-6CB8-FBC5-F7346ED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EE13F-8DAA-FE6C-7ECE-4DCBBFF7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19CA95-0D45-5523-4809-F26C1926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04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145E6-4E49-EFCC-07CF-9838121A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417CF9-87A0-9231-83A5-1697A7502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202D57-2AD5-F4A8-56DF-87BBDD0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823DF8-00B9-FE1C-EB25-B5556A9D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34A2A-7816-438A-24EA-46DE7E25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91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7D733B-BC8C-AF0B-187B-F7689964A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94E1EF-5099-4367-D335-EB8EE1687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E3C6D-1CAF-1FBC-40B3-E68A8251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6197A-AF62-3080-CA23-14832672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D6BF92-D7DB-5C53-76BF-34AE4507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83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62308E-68F1-90D2-6CD1-58733C6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710F29-501A-AEF8-6F2A-B4AFFF7B3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49B196-13BD-4960-8144-29457C54A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79098-B2A3-4501-B40E-BD153E9A77CC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AA8E27-D4A1-F780-6206-6D6587C00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4CEA08-906E-0EE9-A790-1DA644EB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2F9C5-4E66-471A-8F53-515F91A81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5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AC8C-02E7-3622-9D9B-64ECE6C29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kumimoji="1" lang="en-US" altLang="ja-JP" sz="9600" b="1" dirty="0"/>
              <a:t>1.</a:t>
            </a:r>
            <a:r>
              <a:rPr kumimoji="1" lang="ja-JP" altLang="en-US" sz="9600" b="1" dirty="0"/>
              <a:t>数学基礎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3543CEBC-9327-B66E-04E9-2E8CA224D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52020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五則演算</a:t>
            </a:r>
            <a:r>
              <a:rPr lang="en-US" altLang="ja-JP" sz="2800" dirty="0"/>
              <a:t>/</a:t>
            </a:r>
            <a:r>
              <a:rPr lang="ja-JP" altLang="en-US" sz="2800" dirty="0"/>
              <a:t>ルート</a:t>
            </a:r>
            <a:r>
              <a:rPr lang="en-US" altLang="ja-JP" sz="2800" dirty="0"/>
              <a:t>/</a:t>
            </a:r>
            <a:r>
              <a:rPr lang="ja-JP" altLang="en-US" sz="2800" dirty="0"/>
              <a:t>指数</a:t>
            </a:r>
            <a:r>
              <a:rPr lang="en-US" altLang="ja-JP" sz="2800" dirty="0"/>
              <a:t>/</a:t>
            </a:r>
            <a:r>
              <a:rPr lang="ja-JP" altLang="en-US" sz="2800" dirty="0"/>
              <a:t>比</a:t>
            </a:r>
            <a:r>
              <a:rPr lang="en-US" altLang="ja-JP" sz="2800" dirty="0"/>
              <a:t>/</a:t>
            </a:r>
            <a:r>
              <a:rPr lang="ja-JP" altLang="en-US" sz="2800" dirty="0"/>
              <a:t>方程式</a:t>
            </a:r>
            <a:r>
              <a:rPr lang="en-US" altLang="ja-JP" sz="2800" dirty="0"/>
              <a:t>/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4282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2DC6C6-F487-A6AE-1CF9-8924A3C7479D}"/>
              </a:ext>
            </a:extLst>
          </p:cNvPr>
          <p:cNvSpPr txBox="1"/>
          <p:nvPr/>
        </p:nvSpPr>
        <p:spPr>
          <a:xfrm>
            <a:off x="309272" y="18356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五則演算</a:t>
            </a:r>
            <a:endParaRPr kumimoji="1" lang="ja-JP" altLang="en-US" sz="3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2A73F6-84FB-975A-746F-07257065D549}"/>
              </a:ext>
            </a:extLst>
          </p:cNvPr>
          <p:cNvSpPr txBox="1"/>
          <p:nvPr/>
        </p:nvSpPr>
        <p:spPr>
          <a:xfrm>
            <a:off x="464702" y="106001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u="sng" dirty="0"/>
              <a:t>加算・減算・乗算・除算・剰余</a:t>
            </a:r>
            <a:endParaRPr kumimoji="1" lang="ja-JP" altLang="en-US" sz="24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6AC6EA-676A-D852-92D6-9CAD17D5F9DA}"/>
              </a:ext>
            </a:extLst>
          </p:cNvPr>
          <p:cNvSpPr txBox="1"/>
          <p:nvPr/>
        </p:nvSpPr>
        <p:spPr>
          <a:xfrm>
            <a:off x="4928527" y="11523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全て合わせて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38AE2D-0F6D-C3B3-A278-F3ED2A3AAC71}"/>
              </a:ext>
            </a:extLst>
          </p:cNvPr>
          <p:cNvSpPr txBox="1"/>
          <p:nvPr/>
        </p:nvSpPr>
        <p:spPr>
          <a:xfrm>
            <a:off x="6645078" y="85996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FF0000"/>
                </a:solidFill>
              </a:rPr>
              <a:t>五則演算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95A1E7-E963-02A3-E3D8-6768BF93A477}"/>
              </a:ext>
            </a:extLst>
          </p:cNvPr>
          <p:cNvSpPr txBox="1"/>
          <p:nvPr/>
        </p:nvSpPr>
        <p:spPr>
          <a:xfrm>
            <a:off x="8881588" y="11523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と呼びます。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878414-A1F3-222A-A76B-C4854BA28C9F}"/>
              </a:ext>
            </a:extLst>
          </p:cNvPr>
          <p:cNvSpPr txBox="1"/>
          <p:nvPr/>
        </p:nvSpPr>
        <p:spPr>
          <a:xfrm>
            <a:off x="464702" y="1751804"/>
            <a:ext cx="42194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加算</a:t>
            </a:r>
            <a:r>
              <a:rPr lang="en-US" altLang="ja-JP" sz="2400" b="1" dirty="0"/>
              <a:t>(Add)</a:t>
            </a:r>
          </a:p>
          <a:p>
            <a:r>
              <a:rPr kumimoji="1" lang="ja-JP" altLang="en-US" dirty="0"/>
              <a:t>足し算。＋で表す。　</a:t>
            </a:r>
            <a:r>
              <a:rPr kumimoji="1" lang="en-US" altLang="ja-JP" dirty="0"/>
              <a:t>1+2=3,</a:t>
            </a:r>
            <a:r>
              <a:rPr kumimoji="1" lang="ja-JP" altLang="en-US" dirty="0"/>
              <a:t>　</a:t>
            </a:r>
            <a:r>
              <a:rPr kumimoji="1" lang="en-US" altLang="ja-JP" dirty="0"/>
              <a:t>2+3=5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77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46</Words>
  <Application>Microsoft Office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1.数学基礎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5</cp:revision>
  <dcterms:created xsi:type="dcterms:W3CDTF">2026-03-29T09:44:11Z</dcterms:created>
  <dcterms:modified xsi:type="dcterms:W3CDTF">2026-04-21T14:17:17Z</dcterms:modified>
</cp:coreProperties>
</file>