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49F3F7-FA18-0429-E02F-4A2A3437D8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3E62497-BE54-DB6B-7CC0-66AD55C65B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DA156D4-7CE1-F994-C5A7-06CDC70C6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79098-B2A3-4501-B40E-BD153E9A77CC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67AEE51-A067-D11D-8548-E3CF5654F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311F598-4AFA-A9A2-0B3C-D855A0D70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F9C5-4E66-471A-8F53-515F91A819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0904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84CE5E-F75E-D310-D741-02B956AAF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6F2EDD1-CC9A-D720-11D3-E9B6E16638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450AB7A-C349-BDAE-BD55-C7882453B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79098-B2A3-4501-B40E-BD153E9A77CC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3F7378B-E74C-D30E-0168-B014AA5DC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FBBAB4A-3CAB-7EF9-F16B-3A233FF42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F9C5-4E66-471A-8F53-515F91A819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6220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F9727C-24F5-C396-751D-503A14D84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331B61F-2B1D-E484-701D-B3061200F3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DC2F593-52B1-8082-F444-2C8AA5A85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79098-B2A3-4501-B40E-BD153E9A77CC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AFBE352-0A08-D46E-B3E5-C1F803597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D267B69-D0ED-C628-E80A-D3E031F48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F9C5-4E66-471A-8F53-515F91A819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1889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B2BDBC-3172-6AF6-FCDF-6639BB816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675A205-A3A2-302F-89B8-F20DE877F7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025260B-37FA-901F-8C52-93856DAC3E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6CF601C-DA3C-1FBD-EE45-6ADF78C56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79098-B2A3-4501-B40E-BD153E9A77CC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BDD270B-C59F-20BE-9CC8-0EAD4E495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FF63967-832D-1595-022B-F367D4D0B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F9C5-4E66-471A-8F53-515F91A819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18134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0A60EC-1D2A-75C0-4933-C11DF6D00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0D8634B-C522-5C07-8CA4-0DC9390E6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FFDF5E5-D0BD-D9CC-0F94-353A2BD4FD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BD50BB6-3844-E532-776E-16355FC87F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64A5139-1745-6256-2979-70C6EC944A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2B157BB-667D-21BA-F7ED-6847E0053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79098-B2A3-4501-B40E-BD153E9A77CC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D535A6B-EA97-6286-1CDC-4EC8C3DC2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6DA8260-C3C1-1130-E279-6FFB5E95D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F9C5-4E66-471A-8F53-515F91A819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4861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C4003F-D08C-B515-A588-19C91FB26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B75CC68-0CB8-E790-E1C7-0DBC9A800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79098-B2A3-4501-B40E-BD153E9A77CC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7392942-F065-46F3-B48F-86B0AEC0D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0F03EFB-3A44-8E66-A8D1-64C1BF9B5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F9C5-4E66-471A-8F53-515F91A819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7774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BDA1A72-B955-95D4-0464-56150DC22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79098-B2A3-4501-B40E-BD153E9A77CC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6F54DF7-FB65-C040-9E84-1812F2AF0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4940637-1464-6669-98BB-41FF3F53C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F9C5-4E66-471A-8F53-515F91A819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0874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6DD3B5-DD7A-CFB4-E06E-B54DFCCD3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FA25B6B-FAF4-353E-CAED-19BBE86E0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EF41D90-62B4-DB9A-BB30-C2CD2DCA6C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0A6785E-1684-5E03-9EEC-510327F05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79098-B2A3-4501-B40E-BD153E9A77CC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73DB9-9BC0-1959-7894-8AFDFF15B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37EA6BD-5EC8-2255-73B6-8F995EE6A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F9C5-4E66-471A-8F53-515F91A819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3175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FF1B8C-D181-4A1A-0E33-A137E2BF5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BE0E899-5365-B317-C212-1358D50CDA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0F63DC4-0FD8-DF76-79CE-C83E189F45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6B0E192-8D5C-6CB8-FBC5-F7346ED2C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79098-B2A3-4501-B40E-BD153E9A77CC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3CEE13F-8DAA-FE6C-7ECE-4DCBBFF70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319CA95-0D45-5523-4809-F26C19260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F9C5-4E66-471A-8F53-515F91A819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4044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D145E6-4E49-EFCC-07CF-9838121A4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4417CF9-87A0-9231-83A5-1697A75029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5202D57-2AD5-F4A8-56DF-87BBDD069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79098-B2A3-4501-B40E-BD153E9A77CC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1823DF8-00B9-FE1C-EB25-B5556A9DA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5734A2A-7816-438A-24EA-46DE7E25D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F9C5-4E66-471A-8F53-515F91A819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3915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E7D733B-BC8C-AF0B-187B-F7689964A4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B94E1EF-5099-4367-D335-EB8EE16873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76E3C6D-1CAF-1FBC-40B3-E68A8251F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79098-B2A3-4501-B40E-BD153E9A77CC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936197A-AF62-3080-CA23-148326728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FD6BF92-D7DB-5C53-76BF-34AE4507D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F9C5-4E66-471A-8F53-515F91A819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8835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C62308E-68F1-90D2-6CD1-58733C6B2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E710F29-501A-AEF8-6F2A-B4AFFF7B35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549B196-13BD-4960-8144-29457C54A1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D79098-B2A3-4501-B40E-BD153E9A77CC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CAA8E27-D4A1-F780-6206-6D6587C00B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44CEA08-906E-0EE9-A790-1DA644EBC6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D2F9C5-4E66-471A-8F53-515F91A819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5656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03AC8C-02E7-3622-9D9B-64ECE6C29A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68362"/>
            <a:ext cx="9144000" cy="2387600"/>
          </a:xfrm>
        </p:spPr>
        <p:txBody>
          <a:bodyPr>
            <a:normAutofit/>
          </a:bodyPr>
          <a:lstStyle/>
          <a:p>
            <a:r>
              <a:rPr kumimoji="1" lang="en-US" altLang="ja-JP" sz="8000" b="1" dirty="0"/>
              <a:t>1.</a:t>
            </a:r>
            <a:r>
              <a:rPr kumimoji="1" lang="ja-JP" altLang="en-US" sz="8000" b="1" dirty="0"/>
              <a:t>数学基礎</a:t>
            </a:r>
          </a:p>
        </p:txBody>
      </p:sp>
      <p:sp>
        <p:nvSpPr>
          <p:cNvPr id="4" name="字幕 3">
            <a:extLst>
              <a:ext uri="{FF2B5EF4-FFF2-40B4-BE49-F238E27FC236}">
                <a16:creationId xmlns:a16="http://schemas.microsoft.com/office/drawing/2014/main" id="{3543CEBC-9327-B66E-04E9-2E8CA224DD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14475"/>
            <a:ext cx="9144000" cy="406544"/>
          </a:xfrm>
        </p:spPr>
        <p:txBody>
          <a:bodyPr>
            <a:normAutofit lnSpcReduction="10000"/>
          </a:bodyPr>
          <a:lstStyle/>
          <a:p>
            <a:r>
              <a:rPr lang="ja-JP" altLang="en-US" dirty="0"/>
              <a:t>五則演算</a:t>
            </a:r>
            <a:r>
              <a:rPr lang="en-US" altLang="ja-JP" dirty="0"/>
              <a:t>/</a:t>
            </a:r>
            <a:r>
              <a:rPr lang="ja-JP" altLang="en-US" dirty="0"/>
              <a:t>ルート</a:t>
            </a:r>
            <a:r>
              <a:rPr lang="en-US" altLang="ja-JP" dirty="0"/>
              <a:t>/</a:t>
            </a:r>
            <a:r>
              <a:rPr lang="ja-JP" altLang="en-US" dirty="0"/>
              <a:t>指数</a:t>
            </a:r>
            <a:r>
              <a:rPr lang="en-US" altLang="ja-JP" dirty="0"/>
              <a:t>/</a:t>
            </a:r>
            <a:r>
              <a:rPr lang="ja-JP" altLang="en-US" dirty="0"/>
              <a:t>比</a:t>
            </a:r>
            <a:r>
              <a:rPr lang="en-US" altLang="ja-JP" dirty="0"/>
              <a:t>/</a:t>
            </a:r>
            <a:r>
              <a:rPr lang="ja-JP" altLang="en-US" dirty="0"/>
              <a:t>方程式</a:t>
            </a:r>
            <a:r>
              <a:rPr lang="en-US" altLang="ja-JP" dirty="0"/>
              <a:t>/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42820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B2DC6C6-F487-A6AE-1CF9-8924A3C7479D}"/>
              </a:ext>
            </a:extLst>
          </p:cNvPr>
          <p:cNvSpPr txBox="1"/>
          <p:nvPr/>
        </p:nvSpPr>
        <p:spPr>
          <a:xfrm>
            <a:off x="309272" y="183560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600" dirty="0"/>
              <a:t>五則演算</a:t>
            </a:r>
            <a:endParaRPr kumimoji="1" lang="ja-JP" altLang="en-US" sz="36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92A73F6-84FB-975A-746F-07257065D549}"/>
              </a:ext>
            </a:extLst>
          </p:cNvPr>
          <p:cNvSpPr txBox="1"/>
          <p:nvPr/>
        </p:nvSpPr>
        <p:spPr>
          <a:xfrm>
            <a:off x="464702" y="1060015"/>
            <a:ext cx="44935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u="sng" dirty="0"/>
              <a:t>加算・減算・乗算・除算・剰余</a:t>
            </a:r>
            <a:endParaRPr kumimoji="1" lang="ja-JP" altLang="en-US" sz="2400" b="1" u="sng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A6AC6EA-676A-D852-92D6-9CAD17D5F9DA}"/>
              </a:ext>
            </a:extLst>
          </p:cNvPr>
          <p:cNvSpPr txBox="1"/>
          <p:nvPr/>
        </p:nvSpPr>
        <p:spPr>
          <a:xfrm>
            <a:off x="4928527" y="1152348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全て合わせて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938AE2D-0F6D-C3B3-A278-F3ED2A3AAC71}"/>
              </a:ext>
            </a:extLst>
          </p:cNvPr>
          <p:cNvSpPr txBox="1"/>
          <p:nvPr/>
        </p:nvSpPr>
        <p:spPr>
          <a:xfrm>
            <a:off x="6645078" y="859961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b="1" dirty="0">
                <a:solidFill>
                  <a:srgbClr val="FF0000"/>
                </a:solidFill>
              </a:rPr>
              <a:t>五則演算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495A1E7-E963-02A3-E3D8-6768BF93A477}"/>
              </a:ext>
            </a:extLst>
          </p:cNvPr>
          <p:cNvSpPr txBox="1"/>
          <p:nvPr/>
        </p:nvSpPr>
        <p:spPr>
          <a:xfrm>
            <a:off x="8881588" y="1152348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と呼びます。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D878414-A1F3-222A-A76B-C4854BA28C9F}"/>
              </a:ext>
            </a:extLst>
          </p:cNvPr>
          <p:cNvSpPr txBox="1"/>
          <p:nvPr/>
        </p:nvSpPr>
        <p:spPr>
          <a:xfrm>
            <a:off x="464702" y="1751804"/>
            <a:ext cx="421942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/>
              <a:t>加算</a:t>
            </a:r>
            <a:r>
              <a:rPr lang="en-US" altLang="ja-JP" sz="2400" b="1" dirty="0"/>
              <a:t>(Add)</a:t>
            </a:r>
          </a:p>
          <a:p>
            <a:r>
              <a:rPr kumimoji="1" lang="ja-JP" altLang="en-US" dirty="0"/>
              <a:t>足し算。＋で表す。　</a:t>
            </a:r>
            <a:r>
              <a:rPr kumimoji="1" lang="en-US" altLang="ja-JP" dirty="0"/>
              <a:t>1+2=3,</a:t>
            </a:r>
            <a:r>
              <a:rPr kumimoji="1" lang="ja-JP" altLang="en-US" dirty="0"/>
              <a:t>　</a:t>
            </a:r>
            <a:r>
              <a:rPr kumimoji="1" lang="en-US" altLang="ja-JP" dirty="0"/>
              <a:t>2+3=5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547725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46</Words>
  <Application>Microsoft Office PowerPoint</Application>
  <PresentationFormat>ワイド画面</PresentationFormat>
  <Paragraphs>9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1.数学基礎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内藤 真広</dc:creator>
  <cp:lastModifiedBy>内藤 真広</cp:lastModifiedBy>
  <cp:revision>4</cp:revision>
  <dcterms:created xsi:type="dcterms:W3CDTF">2026-03-29T09:44:11Z</dcterms:created>
  <dcterms:modified xsi:type="dcterms:W3CDTF">2026-04-21T07:29:44Z</dcterms:modified>
</cp:coreProperties>
</file>