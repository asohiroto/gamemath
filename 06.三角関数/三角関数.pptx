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3" r:id="rId3"/>
    <p:sldId id="264" r:id="rId4"/>
    <p:sldId id="266" r:id="rId5"/>
    <p:sldId id="269" r:id="rId6"/>
    <p:sldId id="270" r:id="rId7"/>
    <p:sldId id="271" r:id="rId8"/>
    <p:sldId id="273" r:id="rId9"/>
    <p:sldId id="272" r:id="rId10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292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29:41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24575,'4'1'0,"0"0"0,-1 0 0,1 0 0,0 1 0,-1-1 0,1 1 0,-1 0 0,0 0 0,0 0 0,1 1 0,-1-1 0,-1 1 0,4 2 0,35 40 0,-35-38 8,0 1 0,-1 0 0,0 0 0,0 0 0,-1 0 0,0 1 0,0 0 0,-1 0 0,-1 0 0,3 11 0,-2 5-253,-1 0 0,-1 38 0,-1-34-473,0-17-6108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31:09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2 107 24575,'-1'-7'0,"1"0"0,0 1 0,1-1 0,-1 0 0,1 0 0,1 1 0,-1-1 0,1 1 0,4-9 0,-4 12 0,0 0 0,0 1 0,0 0 0,0-1 0,1 1 0,-1 0 0,1 0 0,0 1 0,-1-1 0,1 0 0,0 1 0,0 0 0,0-1 0,0 1 0,0 1 0,0-1 0,1 0 0,-1 1 0,0-1 0,0 1 0,6 0 0,-6 0 0,1 1 0,-1-1 0,0 1 0,1-1 0,-1 1 0,0 0 0,0 1 0,0-1 0,0 0 0,0 1 0,0-1 0,0 1 0,0 0 0,0 0 0,-1 0 0,1 1 0,-1-1 0,0 1 0,1-1 0,-1 1 0,-1 0 0,1-1 0,0 1 0,0 0 0,-1 0 0,0 0 0,0 1 0,0-1 0,0 0 0,0 0 0,0 4 0,0-2 0,0-1 0,0 0 0,0 1 0,-1-1 0,0 1 0,0-1 0,0 1 0,0-1 0,-1 1 0,1-1 0,-1 0 0,0 1 0,-1-1 0,1 0 0,-1 0 0,0 0 0,0 0 0,0 0 0,0 0 0,-1 0 0,1-1 0,-1 1 0,-5 4 0,-62 29 0,78-38 0,0 1 0,0 0 0,0 1 0,0 0 0,0 0 0,0 1 0,12 4 0,-17-5 0,0 1 0,0 1 0,0-1 0,0 0 0,0 1 0,-1 0 0,1-1 0,-1 1 0,1 0 0,-1 0 0,0 1 0,0-1 0,-1 0 0,1 1 0,-1-1 0,1 1 0,-1-1 0,1 5 0,-1-3 0,0 0 0,0 1 0,-1-1 0,1 0 0,-1 1 0,0-1 0,-1 0 0,1 1 0,-1-1 0,0 0 0,0 0 0,-3 8 0,2-11 5,1-1-1,0 1 1,-1-1-1,1 1 0,-1-1 1,0 1-1,1-1 1,-1 0-1,0 0 1,0 0-1,0 0 0,0 0 1,0-1-1,0 1 1,0 0-1,0-1 1,0 1-1,0-1 1,0 0-1,0 0 0,0 0 1,0 0-1,0 0 1,0 0-1,0-1 1,-5 0-1,-3-1-375,0 0-1,-1-1 1,-18-7 0,20 6-6455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31:11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42 24575,'-1'0'0,"1"0"0,0 1 0,0-1 0,-1 0 0,1 1 0,0-1 0,-1 0 0,1 0 0,0 1 0,-1-1 0,1 0 0,-1 0 0,1 0 0,0 0 0,-1 1 0,1-1 0,-1 0 0,1 0 0,0 0 0,-1 0 0,1 0 0,-1 0 0,1 0 0,-1 0 0,1 0 0,0 0 0,-1 0 0,1-1 0,-1 1 0,1 0 0,0 0 0,-1 0 0,1 0 0,0-1 0,-1 1 0,1 0 0,0 0 0,-1-1 0,1 1 0,0 0 0,-1 0 0,1-1 0,0 1 0,0 0 0,-1-1 0,1 1 0,0-1 0,0 1 0,0 0 0,0-1 0,-1 1 0,1-1 0,0 1 0,0 0 0,0-1 0,0 1 0,0-1 0,0 0 0,-20 35 0,17-18 0,1 0 0,0 0 0,1 1 0,2 22 0,-1-31 0,1 0 0,0 1 0,0-1 0,1 0 0,0 0 0,0 0 0,1 0 0,0 0 0,0 0 0,6 8 0,-7-13 0,0-1 0,1 1 0,-1-1 0,1 0 0,-1 0 0,1 0 0,0 0 0,0-1 0,0 1 0,0-1 0,0 1 0,0-1 0,0 0 0,0 0 0,0-1 0,1 1 0,-1-1 0,0 1 0,0-1 0,1 0 0,-1 0 0,0 0 0,1-1 0,-1 1 0,0-1 0,0 0 0,0 0 0,1 0 0,4-3 0,-1 1 0,-1 0 0,1 0 0,-1-1 0,0 0 0,0 0 0,0-1 0,0 1 0,-1-1 0,0-1 0,0 1 0,0-1 0,6-9 0,-7 7 0,-1 0 0,0 0 0,0 0 0,0 0 0,-1-1 0,0 1 0,-1 0 0,0-1 0,0 0 0,-1 1 0,0-1 0,0 1 0,-3-12 0,2 15 0,0 0 0,0 1 0,0-1 0,-1 1 0,0-1 0,0 1 0,0 0 0,0 0 0,-1 0 0,1 0 0,-1 0 0,0 0 0,-1 1 0,1-1 0,0 1 0,-1 0 0,0 0 0,0 0 0,0 1 0,0-1 0,0 1 0,0 0 0,-1 0 0,1 1 0,-10-3 0,3 2-93,0 1-1,-1 0 1,-21 2-1,20-1-897,2 1-5835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31:12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29 24575,'0'-1'0,"0"0"0,-1 0 0,1 0 0,0 0 0,0 0 0,0 0 0,-1 0 0,1 0 0,-1 0 0,1 0 0,0 0 0,-1 0 0,0 1 0,1-1 0,-1 0 0,0 0 0,1 0 0,-1 1 0,0-1 0,0 0 0,1 1 0,-1-1 0,0 0 0,0 1 0,-1-1 0,-33-5 0,27 6 0,0 0 0,0 1 0,0 0 0,1 0 0,-1 1 0,-13 5 0,18-5 0,0-1 0,0 1 0,0 0 0,1 0 0,-1 1 0,0-1 0,1 1 0,0-1 0,-1 1 0,1 0 0,0 0 0,1 0 0,-1 0 0,0 0 0,1 0 0,0 0 0,-1 1 0,1-1 0,0 0 0,1 1 0,-1-1 0,1 1 0,-1-1 0,1 1 0,0-1 0,1 1 0,-1-1 0,0 1 0,1-1 0,0 0 0,0 1 0,0-1 0,0 0 0,3 5 0,-3-5 0,0-1 0,1 1 0,-1 0 0,1-1 0,-1 0 0,1 1 0,0-1 0,0 0 0,0 0 0,0 0 0,1 0 0,-1 0 0,0-1 0,1 1 0,-1-1 0,1 0 0,0 1 0,-1-1 0,1 0 0,0 0 0,0-1 0,0 1 0,0-1 0,0 1 0,-1-1 0,1 0 0,0 0 0,0 0 0,0-1 0,0 1 0,0 0 0,0-1 0,0 0 0,-1 0 0,1 0 0,0 0 0,-1 0 0,1-1 0,-1 1 0,1-1 0,3-3 0,-3 3 9,-1 0-1,0-1 1,0 1-1,0-1 1,0 1 0,0-1-1,-1 0 1,1 1-1,-1-1 1,0 0-1,0 0 1,0 0-1,1-5 1,6-42-1494,-8 39-5341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31:26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51 24575,'0'-2'0,"0"0"0,0 0 0,0-1 0,-1 1 0,1 0 0,0 0 0,-1 0 0,1 0 0,-1 0 0,0 0 0,0 0 0,0 0 0,0 1 0,0-1 0,0 0 0,0 0 0,0 1 0,-1-1 0,1 1 0,-1-1 0,1 1 0,-1-1 0,0 1 0,1 0 0,-1 0 0,0 0 0,0 0 0,-2-1 0,3 2 0,-1 0 0,0 0 0,0 0 0,1 0 0,-1 0 0,0 0 0,0 0 0,1 0 0,-1 1 0,0-1 0,1 1 0,-1 0 0,1-1 0,-1 1 0,0 0 0,1 0 0,0 0 0,-1 0 0,1 0 0,-1 0 0,1 0 0,0 0 0,0 1 0,0-1 0,0 0 0,0 1 0,0-1 0,0 1 0,0-1 0,0 1 0,1 0 0,-1-1 0,0 4 0,-3 13 0,1 0 0,0-1 0,2 1 0,0 0 0,1 0 0,0 0 0,5 23 0,-5-39 0,0 0 0,0-1 0,0 1 0,0 0 0,0-1 0,0 1 0,1 0 0,-1-1 0,1 1 0,-1 0 0,1-1 0,0 1 0,-1-1 0,1 1 0,0-1 0,0 0 0,0 1 0,0-1 0,1 0 0,-1 1 0,0-1 0,0 0 0,1 0 0,-1 0 0,1 0 0,-1-1 0,1 1 0,-1 0 0,1 0 0,-1-1 0,1 1 0,-1-1 0,1 0 0,0 1 0,0-1 0,-1 0 0,1 0 0,0 0 0,-1 0 0,1 0 0,0 0 0,-1-1 0,3 0 0,1 0 0,0-1 0,1 0 0,-1 0 0,-1 0 0,1-1 0,0 0 0,-1 0 0,1 0 0,-1-1 0,0 1 0,0-1 0,5-5 0,-5 3 0,0-1 0,0 1 0,0-1 0,-1 0 0,0 1 0,0-1 0,2-12 0,-4 16 0,0 0 0,0 0 0,-1 0 0,1 0 0,-1 0 0,0-1 0,0 1 0,0 0 0,-1 0 0,1 0 0,-1 0 0,1-1 0,-1 1 0,0 0 0,-1 0 0,1 1 0,0-1 0,-1 0 0,1 0 0,-3-2 0,4 5 0,0-1 0,0 1 0,0 0 0,0 0 0,0-1 0,0 1 0,0 0 0,0 0 0,-1 0 0,1-1 0,0 1 0,0 0 0,0 0 0,0 0 0,0-1 0,0 1 0,-1 0 0,1 0 0,0 0 0,0 0 0,0 0 0,0-1 0,-1 1 0,1 0 0,0 0 0,0 0 0,0 0 0,-1 0 0,1 0 0,0 0 0,0 0 0,-1 0 0,1 0 0,0 0 0,0 0 0,0 0 0,-1 0 0,1 0 0,0 0 0,0 0 0,-1 0 0,1 0 0,0 0 0,0 0 0,0 0 0,-1 0 0,1 0 0,0 0 0,0 1 0,0-1 0,-1 0 0,3 16 0,10 21 0,-7-25 0,1 0 0,0 0 0,1 0 0,0-1 0,1 0 0,10 12 0,-14-20 0,1 1 0,-1 0 0,1-1 0,0 0 0,0 0 0,0 0 0,0-1 0,0 0 0,0 0 0,1 0 0,-1 0 0,1-1 0,-1 0 0,1 0 0,0-1 0,0 0 0,6 0 0,8 0-120,-9 1 171,-1-1 0,1-1-1,0 0 1,13-3 0,-22 4-109,1-1 0,-1 1 1,0-1-1,0 0 0,0 0 1,0 0-1,0 0 0,0 0 1,0-1-1,0 1 1,0 0-1,-1-1 0,1 1 1,-1-1-1,1 0 0,-1 0 1,1 0-1,-1 1 0,0-1 1,0 0-1,0-1 1,0 1-1,0 0 0,-1 0 1,2-3-1,0-11-6768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31:29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24575,'1'25'0,"2"-1"0,1 0 0,9 36 0,-6-34 0,-1 0 0,3 44 0,-9 248 0,-1-269 0,1-57 0,0 0 0,0-1 0,0 1 0,1 0 0,0 0 0,1 0 0,0 0 0,0 1 0,0-1 0,1 0 0,1 1 0,-1-1 0,1 1 0,0 0 0,1 1 0,-1-1 0,1 1 0,1 0 0,-1 0 0,1 0 0,0 1 0,13-10 0,12-10 0,-20 15 0,1 0 0,1 1 0,-1 0 0,1 1 0,19-9 0,-29 16 0,0-1 0,1 1 0,-1 0 0,1 0 0,-1 1 0,1-1 0,0 1 0,-1 0 0,1 0 0,-1 0 0,1 0 0,0 1 0,-1-1 0,1 1 0,-1 0 0,1 0 0,-1 0 0,0 0 0,1 1 0,-1 0 0,0-1 0,0 1 0,0 0 0,0 1 0,0-1 0,-1 0 0,1 1 0,2 3 0,0 0 0,-1 0 0,0 0 0,0 1 0,-1 0 0,1 0 0,-2 0 0,1 0 0,-1 0 0,0 0 0,0 1 0,-1-1 0,0 1 0,0-1 0,-1 1 0,0 0 0,0-1 0,-1 1 0,0-1 0,0 1 0,-1-1 0,0 1 0,0-1 0,-1 0 0,0 0 0,0 0 0,-1 0 0,-7 10 0,-1-5 12,0-1 0,0 0 0,-1-1 0,-1-1 0,1 0 0,-2-1 0,1 0 0,-1-1 0,-26 8 0,17-7-260,0-2 1,-1-1-1,1-1 1,-1-2-1,-42 1 1,46-4-6579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31:33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54 24575,'0'-3'0,"0"1"0,-1 0 0,1 0 0,0-1 0,-1 1 0,1 0 0,-1 0 0,0 0 0,0-1 0,0 1 0,0 0 0,0 0 0,0 0 0,-1 1 0,1-1 0,-1 0 0,1 0 0,-1 1 0,1-1 0,-1 1 0,0-1 0,0 1 0,0 0 0,0 0 0,0 0 0,0 0 0,0 0 0,0 0 0,0 1 0,-1-1 0,1 0 0,0 1 0,0 0 0,-1 0 0,1 0 0,0 0 0,-4 0 0,1 0 0,1 0 0,0 1 0,-1-1 0,1 1 0,0 0 0,0 0 0,0 0 0,-1 1 0,1-1 0,0 1 0,1 0 0,-1 0 0,0 0 0,1 1 0,-1 0 0,1-1 0,0 1 0,0 0 0,-4 5 0,-2 9 0,1 1 0,1-1 0,1 1 0,0 1 0,1-1 0,1 1 0,1 0 0,1 0 0,1 0 0,0 0 0,1 0 0,1 0 0,1 0 0,1 0 0,10 37 0,-12-53 0,0 0 0,0-1 0,0 1 0,1-1 0,-1 1 0,1-1 0,-1 1 0,1-1 0,0 0 0,0 1 0,0-1 0,0 0 0,1-1 0,-1 1 0,0 0 0,1-1 0,0 1 0,-1-1 0,1 0 0,0 0 0,-1 0 0,1 0 0,0 0 0,0 0 0,0-1 0,0 0 0,0 1 0,0-1 0,0 0 0,5-1 0,-2 1 0,-1-1 0,1 0 0,-1 0 0,1 0 0,-1-1 0,1 1 0,-1-1 0,0-1 0,0 1 0,0-1 0,0 0 0,0 0 0,-1 0 0,1-1 0,5-5 0,27-26 0,6-8 0,-32 29-1365,-1 3-5461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40:57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24575,'0'8'0,"-1"26"0,1 0 0,2 0 0,2-1 0,0 1 0,14 45 0,6-8 0,-12-37 0,0 1 0,-2 0 0,-2 0 0,-1 0 0,2 39 0,-31-173 0,22 92 0,0 1 0,0-1 0,0 1 0,1-1 0,0 0 0,0 1 0,0 0 0,1-1 0,0 1 0,1 0 0,-1 0 0,1 0 0,0 0 0,5-7 0,-5 10 0,-1 1 0,0-1 0,1 1 0,-1 0 0,1 0 0,0 0 0,0 0 0,0 1 0,0-1 0,0 1 0,0-1 0,0 1 0,0 0 0,1 0 0,-1 1 0,0-1 0,1 1 0,-1 0 0,1-1 0,-1 1 0,0 1 0,1-1 0,-1 0 0,0 1 0,1 0 0,-1 0 0,0 0 0,6 3 0,1 1 0,0 0 0,-1 0 0,0 1 0,-1 1 0,1 0 0,-1 0 0,0 0 0,-1 1 0,0 0 0,0 1 0,8 13 0,-7-10 0,0 1 0,-1 0 0,-1 0 0,0 1 0,0 0 0,-2 0 0,7 28 0,-11-39 0,1 1 0,-1-1 0,1 1 0,-1 0 0,0-1 0,0 1 0,-1-1 0,1 1 0,-1-1 0,1 1 0,-1-1 0,0 0 0,-1 1 0,1-1 0,-1 0 0,1 0 0,-1 0 0,0 0 0,0 0 0,0 0 0,0 0 0,-1-1 0,1 1 0,-1-1 0,-4 4 0,0-2 0,0-1 0,-1 0 0,1 0 0,0-1 0,-1 0 0,0 0 0,1-1 0,-1 0 0,0 0 0,-14-1 0,16 0-57,-1 0 0,1 0 1,-1 0-1,1-1 0,0 0 0,-1 0 0,1 0 0,0-1 0,0 0 0,0 0 1,0-1-1,0 0 0,0 0 0,1 0 0,-1-1 0,1 1 0,0-1 0,0 0 0,0-1 1,1 1-1,0-1 0,0 0 0,-6-9 0,-1-3-6769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41:00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2 24575,'-34'-1'0,"18"0"0,-1 1 0,1 1 0,0 0 0,-23 5 0,33-4 0,0 0 0,1 0 0,-1 0 0,0 1 0,1 0 0,0 0 0,0 1 0,0-1 0,0 1 0,0 0 0,1 0 0,0 1 0,0-1 0,0 1 0,-5 8 0,2-1 0,0 2 0,1-1 0,1 1 0,0-1 0,1 2 0,0-1 0,1 0 0,1 1 0,0-1 0,1 1 0,1 0 0,0-1 0,1 1 0,0-1 0,5 19 0,-5-23 0,1 0 0,1 0 0,0 0 0,0-1 0,1 1 0,0-1 0,1 0 0,0 0 0,0-1 0,1 1 0,0-1 0,0 0 0,1-1 0,0 1 0,0-1 0,1-1 0,0 1 0,0-1 0,1-1 0,-1 0 0,1 0 0,17 6 0,-23-10 0,0 0 0,0 0 0,0 0 0,0 0 0,1-1 0,-1 1 0,0-1 0,1 0 0,-1 0 0,0 0 0,0-1 0,1 1 0,-1-1 0,0 0 0,0 0 0,1 0 0,-1 0 0,0 0 0,0-1 0,2-1 0,-1 0 0,-1 0 0,0 0 0,0 0 0,0-1 0,0 1 0,-1-1 0,0 0 0,1 0 0,-1 0 0,-1 0 0,1 0 0,-1 0 0,2-5 0,1-13 0,0-1 0,-2 1 0,0-1 0,-3-35 0,1 55 0,-1-47 0,-12-71 0,12 120 0,1 0 0,0 0 0,-1 0 0,1 0 0,0 0 0,0 0 0,0 0 0,0 0 0,0 0 0,0 0 0,0 0 0,0 0 0,0 0 0,0 0 0,1 0 0,-1 0 0,0 0 0,1 0 0,0-1 0,12 9 0,22 38 0,-30-38 0,61 90 0,-36-50 0,2-2 0,2-1 0,53 54 0,-81-93 0,1 1 0,0-1 0,0-1 0,0 1 0,1-1 0,0 0 0,-1-1 0,1 0 0,1 0 0,-1-1 0,0 0 0,0 0 0,1-1 0,-1 0 0,1-1 0,0 0 0,-1 0 0,1 0 0,8-3 0,-10 2 0,-1 0 0,0-1 0,0 0 0,0 0 0,0-1 0,0 1 0,-1-1 0,1-1 0,-1 1 0,0-1 0,0 0 0,0 0 0,0 0 0,-1 0 0,1-1 0,-1 0 0,0 0 0,-1 0 0,1-1 0,-1 1 0,0-1 0,-1 0 0,1 1 0,-1-1 0,2-12 0,2-10-113,1-7-137,1 1-1,1 0 1,2 0-1,22-47 1,-11 41-6576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08:45:48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51 24575,'0'-2'0,"0"0"0,0 0 0,0 0 0,0 0 0,0 0 0,0 0 0,-1 0 0,1 0 0,-1 0 0,0 0 0,1 0 0,-1 1 0,0-1 0,0 0 0,0 0 0,0 1 0,0-1 0,-1 1 0,1-1 0,0 1 0,-1 0 0,1-1 0,-1 1 0,0 0 0,1 0 0,-1 0 0,0 0 0,1 0 0,-1 0 0,0 1 0,0-1 0,0 1 0,0-1 0,0 1 0,0 0 0,0-1 0,0 1 0,0 0 0,0 0 0,0 1 0,0-1 0,1 0 0,-1 1 0,-3 0 0,0 0 0,-1 0 0,0 1 0,0 0 0,1 0 0,-1 0 0,1 1 0,-1-1 0,1 1 0,0 1 0,0-1 0,0 1 0,1 0 0,-9 8 0,5 2 0,0 0 0,1 0 0,0 0 0,1 1 0,1 0 0,-7 29 0,5-13 0,2 1 0,-1 45 0,7-59 0,1-1 0,1 1 0,0-1 0,2 0 0,0 0 0,1 0 0,0-1 0,1 1 0,1-2 0,1 1 0,13 17 0,-22-31 0,1 0 0,0 0 0,0-1 0,1 1 0,-1 0 0,0-1 0,1 1 0,-1-1 0,0 0 0,1 1 0,0-1 0,-1 0 0,1 0 0,0 0 0,-1 0 0,1 0 0,0-1 0,0 1 0,0 0 0,0-1 0,0 1 0,0-1 0,0 0 0,0 0 0,0 1 0,0-2 0,0 1 0,0 0 0,0 0 0,0 0 0,0-1 0,-1 1 0,1-1 0,0 0 0,0 1 0,0-1 0,0 0 0,-1 0 0,1 0 0,0 0 0,-1-1 0,1 1 0,-1 0 0,1-1 0,-1 1 0,0-1 0,3-2 0,6-10 0,0-1 0,0 1 0,-1-1 0,9-23 0,-13 27 0,-1 1-170,0 0-1,-1 0 0,0 0 1,-1 0-1,0-1 0,0 1 1,-1-13-1,0 1-6655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0:58:13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24575,'1'35'0,"2"0"0,1 0 0,16 64 0,44 97 0,-43-112 0,-6-17 0,-14-62 0,1-2 0,-1 1 0,1 0 0,-1 0 0,0-1 0,0 1 0,-1 0 0,1 0 0,-1 0 0,0 0 0,0 0 0,0 0 0,-1 0 0,1-1 0,-3 7 0,3-10 0,-1 1 0,0-1 0,0 0 0,1 0 0,-1 0 0,0 0 0,0 0 0,0 0 0,1 0 0,-1 0 0,0 0 0,0 0 0,1-1 0,-1 1 0,0 0 0,0-1 0,1 1 0,-1 0 0,0-1 0,1 1 0,-1-1 0,0 1 0,1-1 0,-1 1 0,1-1 0,-1 1 0,1-1 0,-1 0 0,1 1 0,-2-2 0,-16-20 0,12 11 0,0 1 0,1 0 0,0-1 0,1 0 0,0 0 0,0-1 0,2 1 0,-1 0 0,0-14 0,1-13 0,3-56 0,1 24 0,-2 62 5,1 1 1,0-1-1,0 1 0,1 0 0,0-1 0,0 1 1,1 0-1,-1 0 0,1 0 0,1 1 1,0-1-1,0 1 0,0 0 0,0 0 0,1 0 1,0 1-1,1-1 0,-1 1 0,1 0 0,0 1 1,0 0-1,7-4 0,-7 4-67,0 1 0,1 0 0,-1 0 0,1 0 1,0 1-1,-1 0 0,1 1 0,0-1 0,0 1 0,0 1 0,0-1 0,1 1 1,-1 1-1,0-1 0,0 1 0,0 0 0,0 1 0,0-1 0,-1 2 0,1-1 1,0 1-1,-1 0 0,7 3 0,1 4-6764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0:58:50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0 872 24575,'1'-14'0,"0"0"0,0 0 0,2 0 0,0 0 0,0 0 0,2 1 0,8-21 0,6-6 0,28-40 0,-29 53 0,-2-2 0,-1 0 0,17-46 0,-22 44 0,-2 0 0,-2-1 0,0 0 0,-2 0 0,-1-42 0,-2 60 0,-2 0 0,0 0 0,-1 0 0,0 0 0,-1 1 0,-1-1 0,0 1 0,-1 0 0,0 0 0,-1 0 0,0 1 0,-1 0 0,0 0 0,-17-19 0,24 30 0,-1 0 0,0 0 0,0 0 0,0 0 0,1 0 0,-1 1 0,0-1 0,0 0 0,0 0 0,0 1 0,0-1 0,0 1 0,-1-1 0,1 1 0,0-1 0,0 1 0,0 0 0,0 0 0,0-1 0,-1 1 0,1 0 0,0 0 0,0 0 0,0 0 0,-1 0 0,1 1 0,0-1 0,0 0 0,-2 1 0,1 1 0,-1-1 0,1 1 0,0 0 0,0 0 0,0 0 0,0 0 0,0 0 0,1 0 0,-1 0 0,0 1 0,1-1 0,-2 4 0,-2 5 0,0 1 0,1 0 0,1 0 0,-5 23 0,2 8 0,-9 124 0,15-149 0,1 1 0,0-1 0,1-1 0,1 1 0,1 0 0,1-1 0,7 21 0,60 155 0,-70-184 0,1 0 0,0-1 0,1 1 0,0-1 0,0 0 0,1 0 0,0 0 0,1 0 0,-1-1 0,1 0 0,0 0 0,1-1 0,0 0 0,0 0 0,0 0 0,1-1 0,0 0 0,0-1 0,0 1 0,1-2 0,-1 1 0,11 2 0,14 4-227,0-1-1,1-2 1,0-1-1,1-1 1,36-1-1,-51-4-6598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0:58:54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51 24575,'0'-2'0,"0"0"0,0 0 0,0-1 0,-1 1 0,1 0 0,0 0 0,-1 0 0,1 0 0,-1 0 0,0 0 0,0 0 0,0 0 0,0 1 0,0-1 0,0 0 0,0 0 0,0 1 0,-1-1 0,1 1 0,-1-1 0,1 1 0,-1-1 0,0 1 0,1 0 0,-1 0 0,0 0 0,0 0 0,-2-1 0,3 2 0,-1 0 0,0 0 0,0 0 0,1 0 0,-1 0 0,0 0 0,0 0 0,1 0 0,-1 1 0,0-1 0,1 1 0,-1 0 0,1-1 0,-1 1 0,0 0 0,1 0 0,0 0 0,-1 0 0,1 0 0,-1 0 0,1 0 0,0 0 0,0 1 0,0-1 0,0 0 0,0 1 0,0-1 0,0 1 0,0-1 0,0 1 0,1 0 0,-1-1 0,0 4 0,-3 13 0,1 0 0,0-1 0,2 1 0,0 0 0,1 0 0,0 0 0,5 23 0,-5-39 0,0 0 0,0-1 0,0 1 0,0 0 0,0-1 0,0 1 0,1 0 0,-1-1 0,1 1 0,-1 0 0,1-1 0,0 1 0,-1-1 0,1 1 0,0-1 0,0 0 0,0 1 0,0-1 0,1 0 0,-1 1 0,0-1 0,0 0 0,1 0 0,-1 0 0,1 0 0,-1-1 0,1 1 0,-1 0 0,1 0 0,-1-1 0,1 1 0,-1-1 0,1 0 0,0 1 0,0-1 0,-1 0 0,1 0 0,0 0 0,-1 0 0,1 0 0,0 0 0,-1-1 0,3 0 0,1 0 0,0-1 0,1 0 0,-1 0 0,-1 0 0,1-1 0,0 0 0,-1 0 0,1 0 0,-1-1 0,0 1 0,0-1 0,5-5 0,-5 3 0,0-1 0,0 1 0,0-1 0,-1 0 0,0 1 0,0-1 0,2-12 0,-4 16 0,0 0 0,0 0 0,-1 0 0,1 0 0,-1 0 0,0-1 0,0 1 0,0 0 0,-1 0 0,1 0 0,-1 0 0,1-1 0,-1 1 0,0 0 0,-1 0 0,1 1 0,0-1 0,-1 0 0,1 0 0,-3-2 0,4 5 0,0-1 0,0 1 0,0 0 0,0 0 0,0-1 0,0 1 0,0 0 0,0 0 0,-1 0 0,1-1 0,0 1 0,0 0 0,0 0 0,0 0 0,0-1 0,0 1 0,-1 0 0,1 0 0,0 0 0,0 0 0,0 0 0,0-1 0,-1 1 0,1 0 0,0 0 0,0 0 0,0 0 0,-1 0 0,1 0 0,0 0 0,0 0 0,-1 0 0,1 0 0,0 0 0,0 0 0,0 0 0,-1 0 0,1 0 0,0 0 0,0 0 0,-1 0 0,1 0 0,0 0 0,0 0 0,0 0 0,-1 0 0,1 0 0,0 0 0,0 1 0,0-1 0,-1 0 0,3 16 0,10 21 0,-7-25 0,1 0 0,0 0 0,1 0 0,0-1 0,1 0 0,10 12 0,-14-20 0,1 1 0,-1 0 0,1-1 0,0 0 0,0 0 0,0 0 0,0-1 0,0 0 0,0 0 0,1 0 0,-1 0 0,1-1 0,-1 0 0,1 0 0,0-1 0,0 0 0,6 0 0,8 0-120,-9 1 171,-1-1 0,1-1-1,0 0 1,13-3 0,-22 4-109,1-1 0,-1 1 1,0-1-1,0 0 0,0 0 1,0 0-1,0 0 0,0 0 1,0-1-1,0 1 1,0 0-1,-1-1 0,1 1 1,-1-1-1,1 0 0,-1 0 1,1 0-1,-1 1 0,0-1 1,0 0-1,0-1 1,0 1-1,0 0 0,-1 0 1,2-3-1,0-11-6768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24575,'1'25'0,"2"-1"0,1 0 0,9 36 0,-6-34 0,-1 0 0,3 44 0,-9 248 0,-1-269 0,1-57 0,0 0 0,0-1 0,0 1 0,1 0 0,0 0 0,1 0 0,0 0 0,0 1 0,0-1 0,1 0 0,1 1 0,-1-1 0,1 1 0,0 0 0,1 1 0,-1-1 0,1 1 0,1 0 0,-1 0 0,1 0 0,0 1 0,13-10 0,12-10 0,-20 15 0,1 0 0,1 1 0,-1 0 0,1 1 0,19-9 0,-29 16 0,0-1 0,1 1 0,-1 0 0,1 0 0,-1 1 0,1-1 0,0 1 0,-1 0 0,1 0 0,-1 0 0,1 0 0,0 1 0,-1-1 0,1 1 0,-1 0 0,1 0 0,-1 0 0,0 0 0,1 1 0,-1 0 0,0-1 0,0 1 0,0 0 0,0 1 0,0-1 0,-1 0 0,1 1 0,2 3 0,0 0 0,-1 0 0,0 0 0,0 1 0,-1 0 0,1 0 0,-2 0 0,1 0 0,-1 0 0,0 0 0,0 1 0,-1-1 0,0 1 0,0-1 0,-1 1 0,0 0 0,0-1 0,-1 1 0,0-1 0,0 1 0,-1-1 0,0 1 0,0-1 0,-1 0 0,0 0 0,0 0 0,-1 0 0,-7 10 0,-1-5 12,0-1 0,0 0 0,-1-1 0,-1-1 0,1 0 0,-2-1 0,1 0 0,-1-1 0,-26 8 0,17-7-260,0-2 1,-1-1-1,1-1 1,-1-2-1,-42 1 1,46-4-6579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54 24575,'0'-3'0,"0"1"0,-1 0 0,1 0 0,0-1 0,-1 1 0,1 0 0,-1 0 0,0 0 0,0-1 0,0 1 0,0 0 0,0 0 0,0 0 0,-1 1 0,1-1 0,-1 0 0,1 0 0,-1 1 0,1-1 0,-1 1 0,0-1 0,0 1 0,0 0 0,0 0 0,0 0 0,0 0 0,0 0 0,0 0 0,0 1 0,-1-1 0,1 0 0,0 1 0,0 0 0,-1 0 0,1 0 0,0 0 0,-4 0 0,1 0 0,1 0 0,0 1 0,-1-1 0,1 1 0,0 0 0,0 0 0,0 0 0,-1 1 0,1-1 0,0 1 0,1 0 0,-1 0 0,0 0 0,1 1 0,-1 0 0,1-1 0,0 1 0,0 0 0,-4 5 0,-2 9 0,1 1 0,1-1 0,1 1 0,0 1 0,1-1 0,1 1 0,1 0 0,1 0 0,1 0 0,0 0 0,1 0 0,1 0 0,1 0 0,1 0 0,10 37 0,-12-53 0,0 0 0,0-1 0,0 1 0,1-1 0,-1 1 0,1-1 0,-1 1 0,1-1 0,0 0 0,0 1 0,0-1 0,0 0 0,1-1 0,-1 1 0,0 0 0,1-1 0,0 1 0,-1-1 0,1 0 0,0 0 0,-1 0 0,1 0 0,0 0 0,0 0 0,0-1 0,0 0 0,0 1 0,0-1 0,0 0 0,5-1 0,-2 1 0,-1-1 0,1 0 0,-1 0 0,1 0 0,-1-1 0,1 1 0,-1-1 0,0-1 0,0 1 0,0-1 0,0 0 0,0 0 0,-1 0 0,1-1 0,5-5 0,27-26 0,6-8 0,-32 29-1365,-1 3-5461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24575,'3'0'0,"6"0"0,4 0 0,-1 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53:24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24575,'4'0'0,"4"0"0,1 4 0,0 4 0,1 1 0,-1 3 0,-2 3 0,-2 2 0,-2 2 0,2-2 0,0 0 0,0 0 0,-2 1 0,-1 1 0,-4-3 0,-3 0 0,-3-3 0,0-4-8191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53:30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237 1 24575,'-1'13'0,"0"1"0,-2 0 0,1-1 0,-2 0 0,1 0 0,-2 0 0,0 0 0,0 0 0,-1-1 0,-1 0 0,0-1 0,-1 1 0,-15 17 0,20-26 0,-1-1 0,0 1 0,1-1 0,-1 0 0,0 0 0,0 0 0,-1-1 0,1 1 0,0-1 0,0 0 0,-1 0 0,1 0 0,0-1 0,-1 0 0,1 0 0,-1 0 0,1 0 0,-1 0 0,1-1 0,-6-1 0,7 1 0,0 0 0,-1 0 0,1 0 0,0-1 0,0 1 0,0-1 0,0 1 0,0-1 0,0 0 0,1 0 0,-1-1 0,0 1 0,1 0 0,0-1 0,0 1 0,0-1 0,0 0 0,0 0 0,0 0 0,1 0 0,-1 0 0,1 0 0,0 0 0,0-1 0,0 1 0,-1-4 0,1-2 0,0 1 0,1-1 0,0 0 0,0 1 0,1-1 0,0 1 0,4-15 0,-4 20 0,0 0 0,0 1 0,0-1 0,1 1 0,-1-1 0,1 1 0,-1-1 0,1 1 0,0 0 0,0 0 0,0 0 0,0 0 0,0 0 0,1 0 0,-1 0 0,1 1 0,-1-1 0,1 1 0,-1 0 0,1 0 0,0 0 0,0 0 0,-1 0 0,1 1 0,0-1 0,3 1 0,2-1 0,1 0 0,-1 1 0,1 0 0,-1 0 0,0 1 0,0 0 0,1 1 0,-1 0 0,0 0 0,0 1 0,0 0 0,-1 0 0,1 1 0,-1 0 0,0 0 0,0 0 0,0 1 0,0 1 0,-1-1 0,0 1 0,0 0 0,-1 0 0,1 0 0,7 13 0,50 60-1365,-54-67-5461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51 24575,'0'-2'0,"0"0"0,0 0 0,0-1 0,-1 1 0,1 0 0,0 0 0,-1 0 0,1 0 0,-1 0 0,0 0 0,0 0 0,0 0 0,0 1 0,0-1 0,0 0 0,0 0 0,0 1 0,-1-1 0,1 1 0,-1-1 0,1 1 0,-1-1 0,0 1 0,1 0 0,-1 0 0,0 0 0,0 0 0,-2-1 0,3 2 0,-1 0 0,0 0 0,0 0 0,1 0 0,-1 0 0,0 0 0,0 0 0,1 0 0,-1 1 0,0-1 0,1 1 0,-1 0 0,1-1 0,-1 1 0,0 0 0,1 0 0,0 0 0,-1 0 0,1 0 0,-1 0 0,1 0 0,0 0 0,0 1 0,0-1 0,0 0 0,0 1 0,0-1 0,0 1 0,0-1 0,0 1 0,1 0 0,-1-1 0,0 4 0,-3 13 0,1 0 0,0-1 0,2 1 0,0 0 0,1 0 0,0 0 0,5 23 0,-5-39 0,0 0 0,0-1 0,0 1 0,0 0 0,0-1 0,0 1 0,1 0 0,-1-1 0,1 1 0,-1 0 0,1-1 0,0 1 0,-1-1 0,1 1 0,0-1 0,0 0 0,0 1 0,0-1 0,1 0 0,-1 1 0,0-1 0,0 0 0,1 0 0,-1 0 0,1 0 0,-1-1 0,1 1 0,-1 0 0,1 0 0,-1-1 0,1 1 0,-1-1 0,1 0 0,0 1 0,0-1 0,-1 0 0,1 0 0,0 0 0,-1 0 0,1 0 0,0 0 0,-1-1 0,3 0 0,1 0 0,0-1 0,1 0 0,-1 0 0,-1 0 0,1-1 0,0 0 0,-1 0 0,1 0 0,-1-1 0,0 1 0,0-1 0,5-5 0,-5 3 0,0-1 0,0 1 0,0-1 0,-1 0 0,0 1 0,0-1 0,2-12 0,-4 16 0,0 0 0,0 0 0,-1 0 0,1 0 0,-1 0 0,0-1 0,0 1 0,0 0 0,-1 0 0,1 0 0,-1 0 0,1-1 0,-1 1 0,0 0 0,-1 0 0,1 1 0,0-1 0,-1 0 0,1 0 0,-3-2 0,4 5 0,0-1 0,0 1 0,0 0 0,0 0 0,0-1 0,0 1 0,0 0 0,0 0 0,-1 0 0,1-1 0,0 1 0,0 0 0,0 0 0,0 0 0,0-1 0,0 1 0,-1 0 0,1 0 0,0 0 0,0 0 0,0 0 0,0-1 0,-1 1 0,1 0 0,0 0 0,0 0 0,0 0 0,-1 0 0,1 0 0,0 0 0,0 0 0,-1 0 0,1 0 0,0 0 0,0 0 0,0 0 0,-1 0 0,1 0 0,0 0 0,0 0 0,-1 0 0,1 0 0,0 0 0,0 0 0,0 0 0,-1 0 0,1 0 0,0 0 0,0 1 0,0-1 0,-1 0 0,3 16 0,10 21 0,-7-25 0,1 0 0,0 0 0,1 0 0,0-1 0,1 0 0,10 12 0,-14-20 0,1 1 0,-1 0 0,1-1 0,0 0 0,0 0 0,0 0 0,0-1 0,0 0 0,0 0 0,1 0 0,-1 0 0,1-1 0,-1 0 0,1 0 0,0-1 0,0 0 0,6 0 0,8 0-120,-9 1 171,-1-1 0,1-1-1,0 0 1,13-3 0,-22 4-109,1-1 0,-1 1 1,0-1-1,0 0 0,0 0 1,0 0-1,0 0 0,0 0 1,0-1-1,0 1 1,0 0-1,-1-1 0,1 1 1,-1-1-1,1 0 0,-1 0 1,1 0-1,-1 1 0,0-1 1,0 0-1,0-1 1,0 1-1,0 0 0,-1 0 1,2-3-1,0-11-6768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24575,'1'25'0,"2"-1"0,1 0 0,9 36 0,-6-34 0,-1 0 0,3 44 0,-9 248 0,-1-269 0,1-57 0,0 0 0,0-1 0,0 1 0,1 0 0,0 0 0,1 0 0,0 0 0,0 1 0,0-1 0,1 0 0,1 1 0,-1-1 0,1 1 0,0 0 0,1 1 0,-1-1 0,1 1 0,1 0 0,-1 0 0,1 0 0,0 1 0,13-10 0,12-10 0,-20 15 0,1 0 0,1 1 0,-1 0 0,1 1 0,19-9 0,-29 16 0,0-1 0,1 1 0,-1 0 0,1 0 0,-1 1 0,1-1 0,0 1 0,-1 0 0,1 0 0,-1 0 0,1 0 0,0 1 0,-1-1 0,1 1 0,-1 0 0,1 0 0,-1 0 0,0 0 0,1 1 0,-1 0 0,0-1 0,0 1 0,0 0 0,0 1 0,0-1 0,-1 0 0,1 1 0,2 3 0,0 0 0,-1 0 0,0 0 0,0 1 0,-1 0 0,1 0 0,-2 0 0,1 0 0,-1 0 0,0 0 0,0 1 0,-1-1 0,0 1 0,0-1 0,-1 1 0,0 0 0,0-1 0,-1 1 0,0-1 0,0 1 0,-1-1 0,0 1 0,0-1 0,-1 0 0,0 0 0,0 0 0,-1 0 0,-7 10 0,-1-5 12,0-1 0,0 0 0,-1-1 0,-1-1 0,1 0 0,-2-1 0,1 0 0,-1-1 0,-26 8 0,17-7-260,0-2 1,-1-1-1,1-1 1,-1-2-1,-42 1 1,46-4-6579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54 24575,'0'-3'0,"0"1"0,-1 0 0,1 0 0,0-1 0,-1 1 0,1 0 0,-1 0 0,0 0 0,0-1 0,0 1 0,0 0 0,0 0 0,0 0 0,-1 1 0,1-1 0,-1 0 0,1 0 0,-1 1 0,1-1 0,-1 1 0,0-1 0,0 1 0,0 0 0,0 0 0,0 0 0,0 0 0,0 0 0,0 0 0,0 1 0,-1-1 0,1 0 0,0 1 0,0 0 0,-1 0 0,1 0 0,0 0 0,-4 0 0,1 0 0,1 0 0,0 1 0,-1-1 0,1 1 0,0 0 0,0 0 0,0 0 0,-1 1 0,1-1 0,0 1 0,1 0 0,-1 0 0,0 0 0,1 1 0,-1 0 0,1-1 0,0 1 0,0 0 0,-4 5 0,-2 9 0,1 1 0,1-1 0,1 1 0,0 1 0,1-1 0,1 1 0,1 0 0,1 0 0,1 0 0,0 0 0,1 0 0,1 0 0,1 0 0,1 0 0,10 37 0,-12-53 0,0 0 0,0-1 0,0 1 0,1-1 0,-1 1 0,1-1 0,-1 1 0,1-1 0,0 0 0,0 1 0,0-1 0,0 0 0,1-1 0,-1 1 0,0 0 0,1-1 0,0 1 0,-1-1 0,1 0 0,0 0 0,-1 0 0,1 0 0,0 0 0,0 0 0,0-1 0,0 0 0,0 1 0,0-1 0,0 0 0,5-1 0,-2 1 0,-1-1 0,1 0 0,-1 0 0,1 0 0,-1-1 0,1 1 0,-1-1 0,0-1 0,0 1 0,0-1 0,0 0 0,0 0 0,-1 0 0,1-1 0,5-5 0,27-26 0,6-8 0,-32 29-1365,-1 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24575,'3'0'0,"6"0"0,4 0 0,-1 0-8191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4:17:03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22 24575,'-4'-2'0,"0"-1"0,0 1 0,0 0 0,0-1 0,0 2 0,0-1 0,0 0 0,-1 1 0,1 0 0,0 0 0,-1 0 0,1 1 0,-1-1 0,0 1 0,-4 1 0,5-1 0,1 0 0,-1 0 0,1 0 0,-1 1 0,1-1 0,-1 1 0,1 0 0,-1 0 0,1 1 0,0-1 0,-1 1 0,1-1 0,0 1 0,0 0 0,0 0 0,0 1 0,1-1 0,-1 0 0,-2 4 0,-3 8 0,1 1 0,0-1 0,1 1 0,0 1 0,2-1 0,-4 19 0,5-23 0,2 1 0,-1-1 0,1 0 0,1 1 0,0-1 0,1 1 0,0-1 0,0 0 0,5 17 0,-5-25 0,0 1 0,0-1 0,1 0 0,-1 0 0,1 0 0,-1 0 0,1 0 0,0 0 0,0-1 0,0 1 0,1-1 0,-1 1 0,1-1 0,-1 0 0,1 0 0,0 0 0,0 0 0,0 0 0,6 2 0,-5-3 0,0 0 0,1 0 0,-1-1 0,1 0 0,-1 0 0,1 0 0,-1 0 0,0-1 0,1 0 0,-1 0 0,0 0 0,1 0 0,4-3 0,11-5 0,-1-2 0,0 0 0,-1-1 0,32-26 0,-47 34 0,1 1 0,-1-1 0,0 0 0,0 0 0,0-1 0,0 1 0,-1-1 0,1 1 0,-1-1 0,-1 0 0,3-5 0,9-56 0,-11 55 0,2 24 0,0-2 0,1 1 0,0 0 0,1-1 0,10 16 0,2 5 0,-9-13 0,1 0 0,1 0 0,0 0 0,2-2 0,0 1 0,28 27 0,-38-43-114,1 0 1,-1 0-1,0 0 0,1-1 0,-1 1 1,1-1-1,0 0 0,-1 0 0,1 0 1,0 0-1,5 0 0,7 0-6712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4:17:34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0 24575,'-2'0'0,"-1"1"0,1-1 0,-1 1 0,1 0 0,0 0 0,-1 0 0,1 0 0,0 0 0,0 0 0,0 0 0,0 1 0,0-1 0,0 1 0,0 0 0,0-1 0,0 1 0,1 0 0,-1 0 0,1 0 0,0 0 0,-1 1 0,0 1 0,-25 60 0,21-45 0,-4 11 0,-11 61 0,-3 14 0,19-79 0,1-1 0,1 1 0,1 0 0,3 40 0,-1-30 0,3-60 0,1-1 0,1 1 0,11-31 0,-13 45 0,1 0 0,0 1 0,0 0 0,1 0 0,0 0 0,1 1 0,0-1 0,0 1 0,1 1 0,0-1 0,8-6 0,-12 12 0,-1 0 0,1 0 0,0 0 0,0 1 0,0-1 0,0 1 0,0-1 0,0 1 0,1 0 0,-1 1 0,0-1 0,1 0 0,-1 1 0,0 0 0,1 0 0,-1 0 0,0 0 0,1 0 0,-1 1 0,0-1 0,5 2 0,-4 0 0,1 1 0,-1-1 0,1 0 0,-1 1 0,0 0 0,0 0 0,0 0 0,-1 1 0,1-1 0,-1 1 0,1 0 0,-1 0 0,3 5 0,-2-2 0,-1-1 0,0 1 0,0 0 0,0 0 0,0 0 0,-1 0 0,-1 0 0,1 0 0,0 9 0,-2-12 0,1 0 0,-1 1 0,-1-1 0,1 0 0,0 0 0,-1 1 0,0-1 0,0 0 0,0 0 0,-1 0 0,1 0 0,-1 0 0,0 0 0,0 0 0,-4 5 0,-5 3 0,-1 0 0,0-1 0,-1 0 0,0-1 0,-25 15 0,29-19 0,-2-1 0,1 0 0,0 0 0,-1-1 0,0 0 0,0-1 0,0 0 0,-1-1 0,-11 1 0,21-3-34,1 0 0,-1 0 0,1 0 0,-1 0 0,1 0-1,-1-1 1,1 1 0,-1 0 0,1-1 0,-1 1 0,1-1 0,-1 1 0,1-1-1,0 0 1,-1 0 0,1 1 0,0-1 0,-1 0 0,1 0 0,0 0-1,0-1 1,0 1 0,0 0 0,0 0 0,0 0 0,1-1 0,-1 1 0,0-1-1,1 1 1,-1 0 0,0-1 0,1 1 0,0-1 0,-1 1 0,1-1 0,0 1-1,0-1 1,0 0 0,0-2 0,2-12-6792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4:17:37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324 124 24575,'-1'-3'0,"0"0"0,0 0 0,0 0 0,0 0 0,0 1 0,0-1 0,-1 0 0,0 1 0,1-1 0,-1 1 0,0 0 0,0-1 0,0 1 0,0 0 0,-1 0 0,1 0 0,-4-2 0,-45-26 0,27 20 0,-1 1 0,1 2 0,-1 0 0,0 1 0,-28-2 0,51 8 0,-1 1 0,1-1 0,0 1 0,-1-1 0,1 1 0,0 0 0,0 0 0,0 0 0,-1 0 0,1 0 0,0 0 0,0 0 0,1 1 0,-1-1 0,0 1 0,0 0 0,1-1 0,-1 1 0,1 0 0,-1 0 0,1 0 0,0 0 0,0 0 0,0 0 0,0 1 0,0-1 0,0 0 0,1 0 0,-1 1 0,1-1 0,-1 4 0,-2 10 0,0 0 0,2 0 0,-1 19 0,2-33 0,-1 32 0,-1-6 0,2-1 0,1 0 0,8 53 0,-6-71 0,1 0 0,0 0 0,0 0 0,1-1 0,0 1 0,1-1 0,0-1 0,0 1 0,1-1 0,-1 0 0,2 0 0,8 6 0,30 33 0,-38-38 0,0 1 0,1-1 0,-1-1 0,1 1 0,1-2 0,0 1 0,20 9 0,-25-13 0,1-1 0,0 0 0,0 0 0,0 0 0,0-1 0,0 0 0,0 0 0,0 0 0,0-1 0,0 0 0,0 0 0,0-1 0,1 1 0,-1-1 0,0-1 0,9-2 0,-11 2-19,0-1 1,0 1-1,-1-1 0,0 0 0,1 0 0,-1 0 0,0 0 0,0-1 0,0 1 0,-1-1 1,1 1-1,-1-1 0,0 0 0,0 0 0,-1 0 0,1 0 0,-1-1 0,1 1 1,0-7-1,3-6-969,0 4-5838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05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1 324 24575,'18'0'0,"34"-3"0,60-6 0,71-11 0,84-6 0,79-10 0,46-9-2296,13-4 2296,-32 3 0,-63 8 0,-76 12 347,-75 9-347,-64 9-6242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06.5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353 0 24575,'-10'14'0,"1"0"0,-2-1 0,0 0 0,0-1 0,-1 0 0,-1-1 0,-19 14 0,11-9 0,-36 38 0,12 3 0,-49 83 0,77-114 0,16-24 0,0 0 0,0-1 0,0 1 0,0 0 0,0 0 0,0 0 0,1 0 0,-1-1 0,1 1 0,-1 0 0,1 0 0,-1 4 0,2-5 0,-1 0 0,0-1 0,0 1 0,0 0 0,1-1 0,-1 1 0,0 0 0,1-1 0,-1 1 0,0-1 0,1 1 0,-1-1 0,1 1 0,-1-1 0,1 1 0,-1-1 0,1 1 0,-1-1 0,1 0 0,0 1 0,-1-1 0,1 0 0,-1 1 0,1-1 0,1 0 0,5 2 0,0-1 0,1-1 0,-1 0 0,1 0 0,-1 0 0,8-2 0,362-51 134,-81 9-1633,-212 34-5327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07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1 24575,'-1'0'0,"0"0"0,0 1 0,1-1 0,-1 0 0,0 1 0,1-1 0,-1 1 0,0-1 0,1 1 0,-1-1 0,1 1 0,-1-1 0,1 1 0,-1-1 0,1 1 0,-1 0 0,1-1 0,0 1 0,-1 0 0,1-1 0,0 1 0,0 0 0,-1 0 0,1-1 0,0 1 0,0 0 0,0 1 0,-3 25 0,2-21 0,-5 326 0,8-203 0,3-84 0,-4-38 0,1 0 0,-2 1 0,1-1 0,-1 1 0,0-1 0,-2 15 0,2-22 0,0 0 0,0 0 0,0 0 0,0 1 0,0-1 0,0 0 0,0 0 0,0 0 0,0 1 0,0-1 0,0 0 0,0 0 0,-1 0 0,1 0 0,0 1 0,0-1 0,0 0 0,0 0 0,0 0 0,-1 0 0,1 0 0,0 1 0,0-1 0,0 0 0,0 0 0,-1 0 0,1 0 0,0 0 0,0 0 0,0 0 0,-1 0 0,1 0 0,0 0 0,0 0 0,0 0 0,-1 0 0,1 0 0,0 0 0,0 0 0,0 0 0,-1 0 0,1 0 0,0 0 0,0 0 0,-1 0 0,-9-10 0,-6-13 0,-1-6-1365,1 0-5461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08.4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0 552 24575,'36'42'0,"57"85"0,-63-83 0,67 77 0,-96-120 0,-1 0 0,1-1 0,-1 1 0,1 0 0,0-1 0,-1 1 0,1 0 0,0-1 0,0 1 0,-1-1 0,1 1 0,0-1 0,0 1 0,0-1 0,0 0 0,0 1 0,0-1 0,0 0 0,-1 0 0,1 0 0,0 0 0,0 1 0,0-1 0,0-1 0,0 1 0,0 0 0,0 0 0,0 0 0,0 0 0,0-1 0,0 1 0,0 0 0,0-1 0,-1 1 0,1-1 0,0 1 0,0-1 0,0 1 0,-1-1 0,1 0 0,0 1 0,-1-1 0,1 0 0,-1 0 0,1 1 0,0-1 0,-1 0 0,0 0 0,1 0 0,-1 0 0,1 1 0,-1-1 0,0-2 0,5-8 0,-2 1 0,1-1 0,2-18 0,-5 23 0,68-494 0,-68 495 0,0 1 0,0-1 0,0 1 0,1 0 0,-1-1 0,1 1 0,0 0 0,1 0 0,-1 1 0,1-1 0,-1 0 0,1 1 0,0-1 0,0 1 0,1 0 0,-1 0 0,1 0 0,6-3 0,7-5 0,1 1 0,35-14 0,-36 17 0,248-87 0,-123 48 0,-37 12-1365,-72 25-5461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09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366 0 24575,'-6'2'0,"-1"1"0,1-1 0,0 1 0,0 0 0,0 1 0,1-1 0,-1 1 0,1 1 0,0-1 0,-8 8 0,3-2 0,-31 27 0,1 3 0,2 1 0,2 1 0,-36 56 0,64-85 0,0 1 0,1-1 0,1 1 0,0 0 0,1 0 0,1 1 0,0 0 0,1 0 0,0 0 0,1 0 0,1 16 0,1-26 0,0 1 0,0-1 0,0 1 0,1-1 0,0 1 0,0-1 0,1 0 0,-1 1 0,1-1 0,0 0 0,1 0 0,-1 0 0,1 0 0,0-1 0,0 1 0,0-1 0,1 1 0,0-1 0,0 0 0,0-1 0,0 1 0,0-1 0,1 0 0,0 0 0,-1 0 0,1 0 0,0-1 0,0 0 0,1 0 0,-1 0 0,0-1 0,11 2 0,-8-2 0,1 0 0,0-1 0,-1 0 0,1 0 0,-1-1 0,1 0 0,0 0 0,-1-1 0,0 0 0,0-1 0,1 0 0,-1 0 0,-1-1 0,1 0 0,13-9 0,3-5 0,-1-1 0,-1-2 0,25-27 0,-22 21 0,-18 20 0,-1 1 0,0-1 0,0-1 0,-1 1 0,0-1 0,0 0 0,3-9 0,-7 15 0,0-1 0,0 1 0,-1 0 0,1-1 0,-1 1 0,0-1 0,1 1 0,-1 0 0,0-1 0,0 1 0,-1-1 0,1 1 0,0-1 0,-1 1 0,1 0 0,-1-1 0,0 1 0,0 0 0,0 0 0,0-1 0,0 1 0,-1 0 0,1 0 0,-1 0 0,1 0 0,-1 1 0,1-1 0,-1 0 0,0 1 0,-4-3 0,0-1 6,-1 1-1,-1 0 0,1 0 1,0 1-1,-1 0 1,0 0-1,0 1 1,0 0-1,0 0 0,0 1 1,0 0-1,0 1 1,0-1-1,-9 2 0,-11 2-216,1 1 0,-48 14 0,39-9-602,15-4-6013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10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44 24575,'4'0'0,"15"-3"0,19-2 0,25-3 0,19-1 0,18 2 0,5 2 0,-3 2 0,-16 1 0,-19 1 0,-21 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11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20 743 24575,'-1'0'0,"0"0"0,0 1 0,0-1 0,0 0 0,0 1 0,0-1 0,0 1 0,0-1 0,0 1 0,0 0 0,1-1 0,-1 1 0,0 0 0,0 0 0,1-1 0,-1 1 0,0 0 0,1 0 0,-1 0 0,1 0 0,-1 0 0,1 0 0,0 0 0,-1 0 0,1 0 0,0 0 0,0 0 0,0 0 0,-1 0 0,1 0 0,0 0 0,0 0 0,1 0 0,-1 0 0,0 0 0,0 0 0,1 2 0,-1 1 0,1 0 0,-1-1 0,1 1 0,0 0 0,0-1 0,0 1 0,0-1 0,1 1 0,3 5 0,4 0 0,1 0 0,0-1 0,0 0 0,1 0 0,0-1 0,0 0 0,1-1 0,0-1 0,0 0 0,0 0 0,1-1 0,0-1 0,0 0 0,0-1 0,0 0 0,0-1 0,17 0 0,-27-2 0,0 0 0,0 0 0,0 0 0,0 0 0,0 0 0,0-1 0,-1 1 0,1-1 0,-1 0 0,1 0 0,-1 0 0,1 0 0,-1 0 0,0 0 0,0-1 0,0 1 0,-1-1 0,1 1 0,0-1 0,-1 0 0,0 0 0,1 0 0,-1 1 0,0-1 0,-1 0 0,2-4 0,1-12 0,0 1 0,-1-1 0,0-25 0,-1 13 0,0-124 0,-2 102 0,1 0 0,9-53 0,-5 78 0,2 1 0,0 0 0,19-47 0,-22 68 0,1 0 0,0 1 0,0-1 0,0 1 0,1 0 0,-1 0 0,1 0 0,0 1 0,1-1 0,-1 1 0,1 1 0,0-1 0,0 1 0,0 0 0,9-3 0,12-4 0,0 2 0,39-7 0,-31 8 0,141-25-682,239-13-1,-372 42-6143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12.6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1 219 24575,'-1'-8'0,"1"1"0,0 0 0,1-1 0,0 1 0,0 0 0,0-1 0,1 1 0,0 0 0,0 0 0,1 0 0,0 0 0,0 1 0,1-1 0,0 1 0,0 0 0,0 0 0,1 0 0,0 1 0,0-1 0,0 1 0,8-6 0,-1 3 0,0 0 0,1 0 0,0 1 0,0 1 0,1 0 0,-1 1 0,1 0 0,0 2 0,1-1 0,-1 1 0,1 1 0,-1 1 0,1 0 0,0 1 0,-1 0 0,1 2 0,17 2 0,-28-3 0,0 0 0,1 0 0,-1 0 0,0 0 0,1 1 0,-1-1 0,0 1 0,0 0 0,0 1 0,0-1 0,-1 1 0,1-1 0,-1 1 0,0 0 0,1 1 0,-1-1 0,0 0 0,-1 1 0,1 0 0,-1-1 0,0 1 0,1 0 0,-2 0 0,1 1 0,0-1 0,-1 0 0,0 0 0,0 1 0,0-1 0,-1 1 0,1-1 0,-1 1 0,0-1 0,-1 7 0,-1 1 0,0 0 0,-1 0 0,0 0 0,-1 0 0,0 0 0,-1-1 0,0 0 0,-1 0 0,0 0 0,-1-1 0,-11 15 0,-34 28 0,35-37 0,1 1 0,-15 20 0,31-37 0,0 0 0,0 0 0,0 1 0,0-1 0,0 0 0,0 0 0,0 0 0,0 1 0,0-1 0,0 0 0,0 0 0,0 0 0,0 1 0,0-1 0,0 0 0,0 0 0,0 1 0,0-1 0,0 0 0,0 0 0,0 0 0,0 0 0,1 1 0,-1-1 0,0 0 0,0 0 0,0 0 0,0 0 0,0 1 0,1-1 0,-1 0 0,0 0 0,0 0 0,0 0 0,0 0 0,1 0 0,-1 0 0,0 0 0,0 0 0,1 0 0,-1 1 0,0-1 0,0 0 0,0 0 0,1 0 0,-1 0 0,0 0 0,0 0 0,0-1 0,1 1 0,-1 0 0,0 0 0,0 0 0,0 0 0,1 0 0,-1 0 0,0 0 0,0 0 0,0 0 0,1-1 0,18-1 0,342-87-42,-230 53-1281,-91 26-5503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3:14.0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1 159 24575,'65'-14'0,"829"-69"0,-338 38 0,-423 28-1365,-118 18-5461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38.4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1 295 24575,'0'1'0,"0"0"0,1-1 0,-1 1 0,0 0 0,1-1 0,-1 1 0,0 0 0,1-1 0,-1 1 0,1-1 0,-1 1 0,1 0 0,0-1 0,-1 1 0,1-1 0,-1 0 0,1 1 0,0-1 0,-1 1 0,1-1 0,0 0 0,0 0 0,-1 1 0,1-1 0,0 0 0,0 0 0,-1 0 0,1 0 0,0 0 0,0 0 0,-1 0 0,2 0 0,29-1 0,224-50 0,-70 12 0,-113 25 0,-17 2 0,-1 3 0,111-4 0,-88 10 0,-1-4 0,1-3 0,74-20 0,-76 15 0,105-34 0,-43 10 0,-63 31 129,-23 4-1623,-31 1-5332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39.5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0 24575,'-96'86'0,"64"-60"0,1 2 0,2 1 0,-30 37 0,59-66 0,0 1 0,0-1 0,-1 0 0,1 1 0,0-1 0,0 0 0,0 1 0,0-1 0,0 0 0,0 1 0,0-1 0,0 1 0,0-1 0,0 0 0,0 1 0,0-1 0,0 1 0,0-1 0,0 0 0,0 1 0,0-1 0,0 0 0,0 1 0,1-1 0,-1 1 0,0-1 0,0 0 0,0 1 0,1-1 0,-1 0 0,0 0 0,1 1 0,-1-1 0,0 0 0,0 0 0,1 1 0,-1-1 0,0 0 0,1 0 0,-1 0 0,1 0 0,-1 1 0,0-1 0,1 0 0,-1 0 0,0 0 0,1 0 0,-1 0 0,1 0 0,-1 0 0,0 0 0,1 0 0,-1 0 0,1 0 0,-1 0 0,0 0 0,1-1 0,32 2 0,-28-1 0,74-4-682,154-27-1,-191 22-6143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0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1 24575,'-3'1'0,"0"-1"0,0 1 0,0 1 0,0-1 0,0 0 0,1 1 0,-1-1 0,0 1 0,1 0 0,0 0 0,-1 0 0,1 0 0,0 1 0,0-1 0,0 0 0,-2 4 0,-27 43 0,27-34-16,0-1 0,0 1 0,2 0 0,0 1 0,0-1 0,2 0-1,0 0 1,3 28 0,-1 3-1204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1.6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0 373 24575,'2'6'0,"0"0"0,0-1 0,1 1 0,0-1 0,0 1 0,0-1 0,1 0 0,-1 0 0,6 6 0,-2-3 0,-6-6 0,1 1 0,0-1 0,0 0 0,-1 1 0,2-1 0,-1 0 0,0 0 0,0-1 0,1 1 0,-1 0 0,1-1 0,3 2 0,-6-3 0,0 0 0,1 0 0,-1 0 0,0 0 0,1 0 0,-1 0 0,0 0 0,1 0 0,-1 0 0,0 0 0,1 0 0,-1 0 0,0-1 0,1 1 0,-1 0 0,0 0 0,0 0 0,1-1 0,-1 1 0,0 0 0,0 0 0,0 0 0,1-1 0,-1 1 0,0 0 0,0-1 0,0 1 0,0 0 0,1 0 0,-1-1 0,0 1 0,0 0 0,0-1 0,0 1 0,0-1 0,-1-26 0,-20-52 0,16 63 0,0 0 0,0 0 0,2-1 0,-3-29 0,6 34 0,-1-3 0,1 0 0,0 1 0,3-16 0,-2 26 0,0-1 0,1 1 0,-1-1 0,1 1 0,0-1 0,0 1 0,0 0 0,0 0 0,1 0 0,0 0 0,0 0 0,0 0 0,5-4 0,3-2-85,0 1 0,1-1-1,0 2 1,1 0 0,0 0-1,0 1 1,1 1 0,0 0-1,0 1 1,0 1 0,1 0-1,-1 1 1,1 0 0,0 1-1,29 0 1,-26 2-6741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2.5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128 0 24575,'-4'1'0,"0"0"0,0 1 0,1-1 0,-1 1 0,1-1 0,-1 1 0,1 0 0,-1 1 0,1-1 0,0 0 0,0 1 0,0 0 0,0 0 0,1 0 0,-1 0 0,-3 6 0,-36 58 0,38-59 0,0 1 0,0 0 0,1 0 0,0 1 0,0-1 0,1 0 0,1 1 0,0 0 0,0-1 0,1 18 0,0-23 0,0 0 0,1-1 0,-1 1 0,1 0 0,0 0 0,0-1 0,1 1 0,-1 0 0,1-1 0,-1 1 0,1-1 0,0 0 0,0 0 0,1 0 0,-1 0 0,1 0 0,0 0 0,-1 0 0,1-1 0,0 1 0,0-1 0,1 0 0,-1 0 0,0 0 0,1-1 0,-1 1 0,1-1 0,7 2 0,-3-1 0,0-1 0,1 0 0,-1 0 0,1-1 0,0 0 0,-1-1 0,1 0 0,-1 0 0,0-1 0,1 0 0,-1 0 0,0-1 0,0 0 0,0-1 0,0 1 0,-1-2 0,9-5 0,-11 7 0,0-1 0,0-1 0,0 1 0,-1-1 0,1 0 0,-1 0 0,0 0 0,-1 0 0,1-1 0,-1 1 0,0-1 0,0 0 0,-1 0 0,0 0 0,0-1 0,0 1 0,-1 0 0,0-1 0,0 1 0,0-1 0,-1 1 0,0-1 0,-1-6 0,1 11 0,0 1 0,-1-1 0,1 0 0,0 0 0,-1 1 0,1-1 0,-1 1 0,0-1 0,1 0 0,-1 1 0,0-1 0,0 1 0,0 0 0,0-1 0,0 1 0,0 0 0,-1-1 0,1 1 0,0 0 0,-1 0 0,1 0 0,0 0 0,-1 0 0,-2 0 0,1 0 0,-1 0 0,1 0 0,-1 0 0,1 1 0,-1 0 0,0 0 0,0 0 0,1 0 0,-1 0 0,1 1 0,-5 0 0,-2 2 0,0 0 0,0 0 0,1 1 0,0 0 0,-1 1 0,1 0 0,-13 10 0,5-1 0,-1 0 0,0 2 0,1 0 0,-20 26 0,36-42-26,1 0 1,0 1-1,0-1 0,-1 0 0,1 0 1,0 1-1,0-1 0,-1 0 0,1 0 1,0 1-1,0-1 0,0 0 0,-1 1 1,1-1-1,0 0 0,0 1 0,0-1 1,0 0-1,0 1 0,0-1 0,0 0 1,0 1-1,0-1 0,0 0 0,0 1 0,0-1 1,0 0-1,0 1 0,0-1 0,0 0 1,0 1-1,0-1 0,1 0 0,-1 1 1,0-1-1,0 0 0,0 1 0,0-1 1,1 0-1,-1 0 0,0 1 0,0-1 1,1 0-1,-1 0 0,0 0 0,1 1 0,-1-1 1,0 0-1,0 0 0,1 0 0,-1 0 1,1 1-1,11 2-6800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3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1 136 24575,'3'-3'0,"6"-4"0,6-4 0,3 1 0,4-6 0,1 2 0,1-1 0,-5-1 0,-2 3 0,-4 0 0,-8 3 0,-4 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3.8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24575,'0'6'0,"0"5"0,0 4 0,0 2 0,0 4 0,0 2 0,0 0 0,0-2 0,0 0 0,0-2 0,3-3 0,4-8 0,4-8 0,0-4-8191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4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1 268 24575,'2'1'0,"1"-1"0,0 1 0,-1 0 0,1 0 0,-1 0 0,1 0 0,-1 0 0,0 0 0,1 1 0,-1-1 0,0 1 0,0 0 0,4 3 0,28 33 0,-22-24 0,10 4 0,-22-18 0,1 0 0,-1 0 0,1 0 0,-1 0 0,1 0 0,-1 1 0,0-1 0,1 0 0,-1 0 0,1 0 0,-1 0 0,1 0 0,-1-1 0,0 1 0,1 0 0,-1 0 0,1 0 0,-1 0 0,0 0 0,1-1 0,-1 1 0,1 0 0,-1 0 0,0 0 0,1-1 0,-1 1 0,0 0 0,1-1 0,-1 1 0,1-1 0,0-3 0,1 0 0,-1 0 0,0 0 0,0 0 0,-1 0 0,1 0 0,-1 0 0,0 0 0,0-6 0,-2-78 0,-1 34 0,6-57 0,-3 109 5,1 0 0,-1 0 0,0-1 0,1 1 0,-1 0 0,1 0 0,0 0 0,-1 0 0,1 0 0,0 0 0,0 0 0,1 0 0,-1 0 0,0 0 0,1 1 0,-1-1 0,1 0 0,-1 1 0,1-1 0,0 1 0,-1 0 0,1 0 0,3-2 0,1 1-191,0 0 1,0 0-1,0 1 0,0 0 1,1 0-1,-1 1 1,7 0-1,9 0-6640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5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1 135 24575,'0'-5'0,"1"-1"0,0 1 0,0-1 0,1 1 0,0 0 0,0 0 0,0 0 0,1 0 0,-1 0 0,1 0 0,0 0 0,1 1 0,-1-1 0,1 1 0,0 0 0,7-6 0,-5 5 0,0 0 0,0 0 0,1 1 0,-1 0 0,1 0 0,0 1 0,0-1 0,0 1 0,1 1 0,-1 0 0,11-2 0,-16 3 0,-1 1 0,0 0 0,0 0 0,1 0 0,-1 0 0,0 0 0,1 0 0,-1 1 0,0-1 0,1 0 0,-1 1 0,0-1 0,0 0 0,0 1 0,1 0 0,-1-1 0,0 1 0,0 0 0,0-1 0,0 1 0,0 0 0,0 0 0,0 0 0,0 0 0,0 1 0,1 1 0,-1-1 0,0 1 0,0-1 0,-1 1 0,1-1 0,-1 1 0,1-1 0,-1 1 0,0 0 0,0-1 0,0 1 0,0 2 0,-1 2 0,1-1 0,-2 0 0,1 1 0,-1-1 0,0 0 0,0 0 0,0 0 0,-1-1 0,0 1 0,-4 6 0,-1-4 0,-1-1 0,1 1 0,-1-2 0,-1 1 0,1-1 0,-16 7 0,14-8 0,1 1 0,-1 0 0,1 1 0,-16 14 0,26-21 0,0 0 0,-1 1 0,1-1 0,0 0 0,0 0 0,0 0 0,-1 0 0,1 0 0,0 0 0,0 0 0,0 0 0,0 1 0,-1-1 0,1 0 0,0 0 0,0 0 0,0 0 0,0 0 0,0 1 0,-1-1 0,1 0 0,0 0 0,0 0 0,0 1 0,0-1 0,0 0 0,0 0 0,0 0 0,0 1 0,0-1 0,0 0 0,0 0 0,0 0 0,0 1 0,0-1 0,0 0 0,0 0 0,0 0 0,0 1 0,0-1 0,0 0 0,0 0 0,1 0 0,-1 1 0,0-1 0,0 0 0,0 0 0,0 0 0,0 0 0,0 1 0,1-1 0,-1 0 0,0 0 0,0 0 0,0 0 0,0 0 0,1 0 0,-1 0 0,0 1 0,0-1 0,1 0 0,20-1 0,24-10 0,-8-5-99,-8 3-323,1 1 0,46-11 0,-57 19-6404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4:49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24575,'2'-2'0,"1"0"0,0 0 0,0 0 0,1 0 0,-1 1 0,0-1 0,0 1 0,1 0 0,-1 0 0,1 1 0,-1-1 0,6 0 0,49 0 0,-37 2 0,241-1-1365,-247 0-5461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29.2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0 194 24575,'50'0'0,"0"-3"0,0-1 0,0-3 0,62-17 0,-9-1 0,2 5 0,115-7 0,218 7 0,-269 14 0,388-2 0,132-7 0,-480 1 0,158-6 0,-354 20 0,-1 1 0,1 1 0,-1 0 0,1 1 0,-1 0 0,0 1 0,-1 0 0,1 1 0,14 8 0,23 8 0,-44-19-76,0 0 1,0-1-1,0 0 0,0-1 0,0 1 0,0-1 0,0 0 0,0 0 1,0 0-1,0-1 0,1 1 0,-1-1 0,-1-1 0,1 1 1,0-1-1,0 0 0,6-3 0,1-1-6750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31.3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501 1 24575,'-101'49'0,"35"-18"0,1 3 0,1 3 0,-60 46 0,51-23 0,72-60 0,1 0 0,-1 0 0,1 0 0,0 0 0,-1 1 0,1-1 0,0 0 0,-1 0 0,1 1 0,0-1 0,-1 0 0,1 0 0,0 1 0,-1-1 0,1 0 0,0 1 0,0-1 0,-1 1 0,1-1 0,0 0 0,0 1 0,0-1 0,0 1 0,-1-1 0,1 0 0,0 1 0,0-1 0,0 1 0,0-1 0,0 0 0,0 1 0,0-1 0,0 1 0,0-1 0,1 1 0,-1-1 0,0 0 0,0 1 0,0-1 0,0 1 0,0-1 0,1 0 0,-1 1 0,0-1 0,0 0 0,1 1 0,-1-1 0,0 0 0,1 1 0,-1-1 0,0 0 0,1 0 0,-1 1 0,0-1 0,1 0 0,-1 0 0,0 0 0,1 1 0,29 1 0,59-5 0,165-29 0,85-46 0,-312 71 0,-1 1 0,1 1 0,0 1 0,51-1 0,18 6-1365,-75-1-5461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32.8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24575,'3'47'0,"2"1"0,3-1 0,23 85 0,-1-11 0,-20-76 0,-2 1 0,-2 0 0,-1 61 0,-8-39-1365,-1-55-5461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45.5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0 502 24575,'8'1'0,"-1"0"0,1 1 0,-1-1 0,0 2 0,0-1 0,0 1 0,0 0 0,0 1 0,-1-1 0,1 1 0,7 7 0,-8-7 0,0 1 0,1-1 0,0 0 0,0 0 0,0-1 0,0 0 0,0-1 0,1 1 0,8 1 0,-15-5 0,0 1 0,0 0 0,0 0 0,0 0 0,0 0 0,0-1 0,0 1 0,-1 0 0,1-1 0,0 1 0,0 0 0,0-1 0,-1 1 0,1-1 0,0 0 0,0 1 0,-1-1 0,1 1 0,0-1 0,-1 0 0,1 0 0,-1 1 0,1-1 0,-1 0 0,1 0 0,-1 0 0,0 0 0,1 0 0,-1 1 0,0-1 0,0 0 0,0 0 0,0 0 0,0 0 0,0 0 0,0 0 0,0 0 0,0 0 0,0 0 0,0 0 0,0 1 0,-1-1 0,0-2 0,-10-43 0,10 44 0,-8-26 0,-4-8 0,1 0 0,1-1 0,3 0 0,1 0 0,1-1 0,0-46 0,6 63 0,0 11 0,0 0 0,0 0 0,1 1 0,1-1 0,2-10 0,-3 17 0,0 0 0,1-1 0,-1 1 0,1 0 0,0 0 0,0 0 0,0 0 0,0 0 0,1 1 0,-1-1 0,1 1 0,-1-1 0,1 1 0,0 0 0,0 0 0,0 0 0,6-2 0,2 0 0,0 0 0,0 0 0,1 1 0,-1 1 0,1 0 0,23-1 0,76 6 0,-39 0 0,-23-6-1365,-38-1-5461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46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18 106 24575,'1'-5'0,"0"0"0,1 0 0,-1 0 0,1 0 0,0 1 0,0-1 0,1 1 0,-1-1 0,1 1 0,0 0 0,0 0 0,1 0 0,-1 0 0,1 1 0,0-1 0,6-4 0,-6 5 0,-1 0 0,1 1 0,-1-1 0,1 1 0,0-1 0,0 1 0,0 1 0,0-1 0,0 0 0,0 1 0,0 0 0,1 0 0,-1 0 0,0 1 0,1-1 0,-1 1 0,1 0 0,-1 0 0,8 2 0,-10-1 0,-1 0 0,1 1 0,0-1 0,0 1 0,-1-1 0,1 1 0,-1 0 0,1-1 0,-1 1 0,0 0 0,1 0 0,-1 0 0,0 0 0,-1 1 0,1-1 0,0 0 0,0 0 0,-1 0 0,0 1 0,1-1 0,-1 0 0,0 0 0,0 1 0,0-1 0,0 0 0,-1 1 0,1-1 0,-1 4 0,-1 5 0,0 0 0,-1-1 0,0 1 0,-6 16 0,2-16 0,1 0 0,-1-1 0,0 0 0,-1 0 0,-1-1 0,1 0 0,-1 0 0,-1-1 0,-14 10 0,-36 34 0,60-51 0,-1-1 0,1 0 0,0 1 0,-1-1 0,1 1 0,-1-1 0,1 0 0,0 1 0,-1-1 0,1 1 0,0-1 0,0 1 0,-1-1 0,1 1 0,0-1 0,0 1 0,0-1 0,0 1 0,-1 0 0,1-1 0,0 1 0,0-1 0,0 1 0,0-1 0,0 1 0,0-1 0,1 1 0,-1 0 0,0-1 0,0 1 0,0-1 0,0 1 0,1-1 0,-1 2 0,22 6 0,33-4 0,-52-4 0,61-3-30,-33 1-415,0 2 0,51 5 0,-62-2-6381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47.5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24575,'0'-3'0,"3"-1"0,7 0 0,5-2 0,3 0 0,4-2 0,1 0 0,0 2 0,0 1 0,0 3 0,1 0 0,-1 1 0,-2 1 0,-1 4 0,-5 0-8191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49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7 693 24575,'0'0'0,"0"0"0,-1 0 0,1 0 0,0 0 0,0 0 0,-1 0 0,1 0 0,0 0 0,0-1 0,-1 1 0,1 0 0,0 0 0,0 0 0,-1 0 0,1 0 0,0 0 0,0-1 0,-1 1 0,1 0 0,0 0 0,0 0 0,0 0 0,-1-1 0,1 1 0,0 0 0,0 0 0,0-1 0,0 1 0,0 0 0,0 0 0,-1-1 0,1 1 0,0 0 0,0 0 0,0-1 0,0 1 0,0 0 0,0 0 0,0-1 0,0 1 0,0 0 0,0-1 0,0 1 0,1 0 0,5-19 0,15-12 0,116-116 0,-136 146 0,0 0 0,-1 0 0,1 0 0,0 1 0,0-1 0,0 0 0,0 0 0,0 0 0,0 1 0,0-1 0,0 1 0,0-1 0,0 0 0,0 1 0,0 0 0,0-1 0,0 1 0,1 0 0,-1-1 0,0 1 0,0 0 0,0 0 0,1 0 0,-1 0 0,0 0 0,2 1 0,0 0 0,-1 0 0,0 1 0,1-1 0,-1 0 0,0 1 0,0 0 0,0-1 0,-1 1 0,1 0 0,0 0 0,-1 0 0,3 3 0,5 10 0,-1 1 0,0 0 0,6 18 0,-9-21 0,11 29 0,-9-22 0,1 0 0,1 0 0,1 0 0,13 20 0,-22-40 0,-1 1 0,0 0 0,1-1 0,-1 1 0,1-1 0,-1 1 0,0-1 0,1 1 0,-1-1 0,1 0 0,-1 1 0,1-1 0,0 0 0,-1 1 0,1-1 0,-1 0 0,1 1 0,0-1 0,-1 0 0,1 0 0,-1 0 0,1 0 0,0 0 0,-1 0 0,1 0 0,0 0 0,-1 0 0,1 0 0,0 0 0,-1 0 0,1 0 0,0 0 0,-1 0 0,1-1 0,-1 1 0,1 0 0,-1-1 0,1 1 0,0 0 0,-1-1 0,1 1 0,-1 0 0,1-1 0,-1 1 0,0-1 0,1 1 0,-1-1 0,1 0 0,17-32 0,-16 30 0,12-37 0,-2 0 0,-1-1 0,-3 0 0,-1-1 0,2-41 0,18-100 0,-23 169 0,0-1 0,0 1 0,1 0 0,8-14 0,-11 24 0,0 0 0,0 0 0,0 1 0,1-1 0,0 1 0,-1-1 0,1 1 0,1 0 0,-1 0 0,0 0 0,1 1 0,-1-1 0,1 1 0,0 0 0,0 0 0,0 0 0,0 0 0,5-1 0,449-63 0,-158 29 0,-291 35-114,0 0 1,0 1-1,0 0 0,0 1 0,0 0 1,0 0-1,0 1 0,0 0 0,0 1 1,-1 0-1,17 5 0,-14 1-6712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8:50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232 0 24575,'-4'2'0,"0"0"0,1 0 0,-1 1 0,1-1 0,0 1 0,0 0 0,0 0 0,0 0 0,0 0 0,0 0 0,1 1 0,-3 4 0,-1 0 0,-30 37 0,-52 89 0,79-119 0,1 0 0,1 1 0,0 1 0,1-1 0,1 1 0,0 0 0,2 0 0,-1 0 0,2 1 0,0 24 0,2-40 0,0 0 0,0 1 0,0-1 0,0 0 0,1 0 0,-1 0 0,1 0 0,0 1 0,-1-1 0,1 0 0,0 0 0,0 0 0,0 0 0,0-1 0,1 1 0,-1 0 0,0 0 0,1-1 0,-1 1 0,1-1 0,0 1 0,2 1 0,-1-2 0,1 1 0,-1-1 0,0 0 0,1-1 0,-1 1 0,0 0 0,1-1 0,-1 0 0,1 0 0,-1 0 0,1 0 0,6-2 0,5-1 0,0-1 0,-1-1 0,0 0 0,0-1 0,19-11 0,-20 10 0,-1 0 0,1-1 0,-2-1 0,15-12 0,-23 17 0,0 1 0,0-1 0,0 0 0,0 0 0,0 0 0,-1 0 0,1 0 0,-1-1 0,0 1 0,-1-1 0,1 1 0,-1-1 0,0 0 0,0 1 0,0-1 0,-1-9 0,1 10 0,-1-1 0,0 0 0,-1 0 0,1 1 0,-1-1 0,0 0 0,0 1 0,0-1 0,-1 1 0,1-1 0,-5-7 0,4 10 0,-1 0 0,1 0 0,0 0 0,-1 0 0,1 0 0,-1 0 0,0 1 0,1-1 0,-1 1 0,0 0 0,0 0 0,0 0 0,0 0 0,0 0 0,0 1 0,0-1 0,0 1 0,0 0 0,-4 0 0,-134 3-1365,123-2-5461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39:08.6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24575,'13'177'0,"-12"-176"0,4 41 0,3 23 0,0 75 0,-8-133-117,0-3 4,0-1-1,0 1 1,0 0-1,0-1 1,0 1-1,1-1 1,0 0-1,0 1 1,0-1-1,1 4 1,6 4-6713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13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0 178 24575,'31'-9'0,"-13"1"0,117-24 0,270-28 0,-234 40 0,550-29 0,-702 49 0,197 7 0,-184-3 0,0 1 0,0 1 0,-1 2 0,53 20 0,-37-13 120,-44-15-194,-1 1-1,0-1 1,0 1 0,0-1 0,1 0-1,-1 0 1,0 0 0,1-1 0,-1 1-1,0 0 1,0-1 0,0 0 0,1 1-1,-1-1 1,0 0 0,0 0 0,0 0-1,0 0 1,1-2 0,4-5-6752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17.4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376 0 24575,'-5'1'0,"1"1"0,-1 0 0,1 0 0,0 0 0,0 0 0,0 1 0,0-1 0,0 1 0,0 0 0,1 0 0,-4 4 0,-4 3 0,-52 37 0,3 3 0,2 2 0,-62 73 0,119-124 0,0 0 0,0 0 0,0 0 0,0 0 0,0 0 0,0 1 0,0-1 0,1 0 0,-1 0 0,1 1 0,-1-1 0,1 0 0,-1 1 0,1-1 0,0 1 0,-1-1 0,1 0 0,0 1 0,0-1 0,0 1 0,0-1 0,0 0 0,1 1 0,-1 1 0,1-2 0,0 1 0,1-1 0,-1 0 0,0 0 0,0 0 0,1 0 0,-1 0 0,0 0 0,1 0 0,-1 0 0,1 0 0,-1-1 0,1 1 0,-1 0 0,1-1 0,0 0 0,1 1 0,12 1 0,0 0 0,0-2 0,24 0 0,-36-1 0,366-36 0,-246 22 0,77-4 0,-195 17-62,-1 1 0,0-1 0,0 0 0,0 0 0,0 0 0,0 0 0,0-1 0,0 1 0,-1-1 0,1 0 0,-1 0 0,0 0-1,0-1 1,0 1 0,0-1 0,-1 0 0,0 1 0,1-1 0,-1 0 0,-1 0 0,3-8 0,1-1-6764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18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24575,'1'19'0,"2"0"0,1-1 0,9 32 0,-7-28 0,9 39 0,-3 0 0,7 116 0,-22 126 0,-10-256 0,13-55-1365,3-1-5461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24.3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1 637 24575,'1'-7'0,"1"-1"0,0 1 0,1 0 0,-1 1 0,1-1 0,1 0 0,-1 1 0,1 0 0,0-1 0,1 2 0,-1-1 0,1 0 0,1 1 0,-1 0 0,0 0 0,1 1 0,7-5 0,-11 9 0,0-1 0,0 1 0,1-1 0,-1 1 0,0 0 0,0 0 0,0 0 0,1 0 0,-1 0 0,0 1 0,0-1 0,0 1 0,1-1 0,-1 1 0,0 0 0,0 0 0,0 0 0,0 0 0,0 0 0,0 0 0,-1 0 0,1 1 0,0-1 0,-1 1 0,3 2 0,43 51 0,-36-41 0,2 4 0,-9-13 0,-1 1 0,1-1 0,0 1 0,0-1 0,0 0 0,1-1 0,0 1 0,0-1 0,0 0 0,0 0 0,9 4 0,-13-8 0,0 0 0,-1 0 0,1-1 0,0 1 0,0 0 0,-1 0 0,1-1 0,0 1 0,-1-1 0,1 1 0,0 0 0,-1-1 0,1 1 0,-1-1 0,1 0 0,-1 1 0,1-1 0,-1 1 0,1-1 0,-1 0 0,1 1 0,-1-1 0,0 0 0,1 0 0,-1 1 0,0-1 0,0 0 0,0 0 0,0 1 0,0-1 0,1-1 0,2-30 0,-3 28 0,1-10 0,-1 0 0,-1-1 0,-1 1 0,0-1 0,0 1 0,-9-23 0,-2 0 0,-22-39 0,11 24 0,19 41 0,2-1 0,-1 1 0,1 0 0,1-1 0,0 0 0,1 0 0,0 1 0,1-1 0,0 0 0,1 0 0,0 0 0,1 1 0,0-1 0,1 1 0,0-1 0,1 1 0,0 0 0,1 0 0,0 1 0,1-1 0,0 1 0,13-16 0,-12 20 0,0 0 0,1 0 0,-1 0 0,2 1 0,-1 1 0,0-1 0,1 1 0,0 0 0,0 1 0,0 0 0,0 1 0,10-2 0,11-1 0,0 1 0,45 1 0,62 4-1365,-117-1-5461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25.7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1 156 24575,'1'-5'0,"0"-1"0,0 0 0,1 0 0,-1 1 0,1-1 0,1 1 0,-1-1 0,1 1 0,0 0 0,0 0 0,1 0 0,-1 1 0,1-1 0,0 1 0,0 0 0,7-5 0,-1 0 0,0 1 0,0 0 0,1 1 0,0 1 0,0-1 0,17-5 0,-23 10 0,0 1 0,0-1 0,0 1 0,0 1 0,0-1 0,0 1 0,0 0 0,0 0 0,0 0 0,0 1 0,0-1 0,0 1 0,0 0 0,0 1 0,-1-1 0,1 1 0,0 0 0,-1 0 0,1 1 0,-1-1 0,0 1 0,0 0 0,0 0 0,0 1 0,0-1 0,-1 1 0,0 0 0,1-1 0,-1 1 0,-1 1 0,4 4 0,-1 0 0,0 0 0,-1 1 0,1-1 0,-2 1 0,1 0 0,-2 0 0,1 0 0,-1 0 0,-1 1 0,0-1 0,0 1 0,-1-1 0,0 1 0,-3 15 0,1-21 0,0 0 0,0 0 0,0-1 0,-1 1 0,0-1 0,1 1 0,-2-1 0,1 0 0,0 0 0,-1 0 0,0-1 0,0 1 0,0-1 0,-8 6 0,-72 37 0,69-38 0,-10 1 0,20-7 0,0-1 0,0 1 0,0 0 0,0 1 0,0-1 0,0 1 0,-8 6 0,57-5 0,49-4 0,66-3 0,-130-3-1365,-18 2-5461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26.4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19 24575,'6'0'0,"5"-3"0,4-1 0,5 0 0,2 1 0,1 1 0,2 1 0,-1 0 0,0 4 0,-2 1 0,-2 0 0,0-1 0,-5-1-8191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27.9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93 714 24575,'2'0'0,"0"1"0,0 0 0,0-1 0,-1 1 0,1 0 0,0 0 0,0 0 0,-1 0 0,1 0 0,-1 0 0,1 0 0,-1 0 0,1 1 0,-1-1 0,0 1 0,0-1 0,1 2 0,-1-1 0,0-1 0,0 1 0,1-1 0,-1 0 0,0 1 0,0-1 0,0 0 0,1 0 0,-1 0 0,1 0 0,-1 0 0,1 0 0,-1 0 0,1-1 0,0 1 0,-1-1 0,3 1 0,-3-1 0,0 0 0,0-1 0,-1 1 0,1-1 0,0 1 0,-1-1 0,1 0 0,0 1 0,-1-1 0,1 0 0,-1 1 0,1-1 0,-1 0 0,1 0 0,-1 1 0,1-1 0,-1 0 0,0 0 0,1 0 0,-1 0 0,0 1 0,0-1 0,0 0 0,0 0 0,0 0 0,0 0 0,0 0 0,0-1 0,-1-32 0,1 32 0,-7-52 0,-3 0 0,-2 1 0,-31-83 0,14 47 0,12 38 0,-16-57 0,30 97 0,1 0 0,1 1 0,0-1 0,0 0 0,1 0 0,0 0 0,4-19 0,-4 28 0,1 0 0,-1 0 0,1 0 0,0 0 0,0 0 0,0 0 0,0 1 0,0-1 0,0 0 0,1 0 0,-1 1 0,1-1 0,-1 1 0,1 0 0,-1-1 0,1 1 0,0 0 0,0 0 0,-1 0 0,5-2 0,-1 1 0,1 1 0,0-1 0,0 1 0,-1 0 0,1 0 0,0 1 0,9 0 0,2 1 0,0 1 0,-1 1 0,1 0 0,25 9 0,-4 4 0,56 32 0,21 9 0,-101-52 0,1 0 0,0 0 0,1-2 0,-1 0 0,0 0 0,22 0 0,-17-3-117,-5 1-133,0-1 1,-1 0-1,1-1 1,25-5-1,-29 2-6576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6:29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0 24575,'-4'1'0,"1"0"0,-1 0 0,0 0 0,1 0 0,-1 1 0,1 0 0,-1 0 0,1 0 0,0 0 0,0 0 0,0 0 0,0 1 0,0 0 0,0-1 0,1 1 0,-1 0 0,1 0 0,0 1 0,-2 3 0,-3 4 0,0 0 0,1 1 0,1-1 0,-7 19 0,5-6 0,1 0 0,2 0 0,0 0 0,1 1 0,1 0 0,2-1 0,3 35 0,-2-49 0,0 0 0,1 0 0,0 0 0,1 0 0,0-1 0,1 1 0,-1-1 0,2 0 0,-1 0 0,2 0 0,-1 0 0,1-1 0,0 0 0,1 0 0,0-1 0,0 0 0,0 0 0,1 0 0,0-1 0,14 8 0,-19-12 0,1-1 0,0 1 0,0-1 0,1 0 0,-1 0 0,0 0 0,0 0 0,0-1 0,1 0 0,-1 0 0,0 0 0,1 0 0,-1-1 0,0 1 0,0-1 0,0 0 0,1 0 0,-1-1 0,0 0 0,0 1 0,-1-1 0,1 0 0,0-1 0,-1 1 0,1-1 0,-1 1 0,0-1 0,0 0 0,6-7 0,-5 5 0,0 1 0,0-2 0,0 1 0,-1 0 0,0-1 0,0 0 0,0 0 0,-1 0 0,0 0 0,0 0 0,0 0 0,-1 0 0,0-1 0,0 1 0,0 0 0,-1-1 0,0 1 0,0-1 0,-2-8 0,1 11 0,-1 0 0,1 0 0,-1 1 0,0-1 0,0 0 0,0 1 0,0-1 0,-1 1 0,1 0 0,-1 0 0,0 0 0,0 0 0,0 0 0,0 1 0,0 0 0,-1-1 0,1 1 0,-1 0 0,-5-2 0,-7-2 0,1 1 0,-1 1 0,-27-4 0,10 1 0,31 7-60,-1-1-22,1 0 1,-1 1-1,0-1 1,0 0-1,1 1 1,-1 0-1,0 0 0,0 0 1,0 0-1,0 0 1,1 1-1,-1-1 1,0 1-1,0 0 1,-3 1-1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19.5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1 469 24575,'27'-29'0,"43"-59"0,0 0 0,-56 72 0,106-110 0,-103 110 0,1 0 0,1 1 0,1 1 0,0 1 0,24-11 0,-35 20-227,2 0-1,-1 0 1,0 1-1,1 1 1,17-2-1,-5 2-6598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0.0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1 24575,'6'2'0,"0"0"0,0 0 0,0 1 0,0 0 0,0 0 0,-1 1 0,1-1 0,-1 1 0,0 0 0,0 1 0,0-1 0,5 8 0,-2-4 0,7 5 0,-1 2 0,0 0 0,-1 0 0,0 1 0,18 32 0,-29-43 0,1 1 0,-1-1 0,1 0 0,-2 1 0,1-1 0,0 1 0,-1 0 0,0 0 0,-1-1 0,1 1 0,-1 0 0,0 0 0,-1 0 0,1 0 0,-1-1 0,0 1 0,-1 0 0,1-1 0,-1 1 0,0-1 0,0 1 0,-1-1 0,0 0 0,-5 8 0,-12 10 26,0-1-1,-1 0 0,-1-2 1,-50 35-1,37-29-771,-39 37 0,55-43-6080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0.6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1 198 24575,'10'0'0,"19"0"0,18-3 0,23-2 0,22-6 0,12-6 0,10-3 0,1-2 0,-6-5 0,-13 3 0,-20 2 0,-19 4 0,-16 2 0,-14 3-8191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1.0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24575,'3'7'0,"2"13"0,-1 11 0,0 3 0,-1 4 0,-2-2 0,0-3 0,-1-4 0,0 1 0,0-1 0,0-3 0,0-1 0,0-1 0,0-2 0,-4-5 0,-4-4 0,-2-5-8191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1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1 150 24575,'2'-1'0,"0"-1"0,0 0 0,0 1 0,0-1 0,0 0 0,0 0 0,0 0 0,-1 0 0,1 0 0,-1-1 0,1 1 0,-1 0 0,0-1 0,1-2 0,3-4 0,6-10 0,-6 9 0,1 1 0,0 0 0,0 0 0,1 0 0,0 1 0,10-10 0,-14 16 0,-1 0 0,1 1 0,0-1 0,0 0 0,0 1 0,0 0 0,0 0 0,0 0 0,1 0 0,-1 0 0,0 1 0,1-1 0,-1 1 0,0 0 0,0 0 0,1 0 0,-1 0 0,0 1 0,1-1 0,-1 1 0,0 0 0,0 0 0,0 0 0,0 0 0,5 3 0,5 3 0,0 1 0,-1 0 0,0 1 0,0 0 0,-1 0 0,0 2 0,-1-1 0,0 1 0,0 1 0,-1-1 0,-1 2 0,0-1 0,-1 1 0,0 0 0,-1 1 0,0 0 0,4 16 0,-10-27 0,1 0 0,-1-1 0,0 1 0,1 0 0,-1 0 0,0-1 0,-1 1 0,1 0 0,0 0 0,-1-1 0,1 1 0,-1 0 0,0-1 0,0 1 0,0-1 0,0 1 0,-1-1 0,1 0 0,-1 1 0,1-1 0,-1 0 0,0 0 0,0 0 0,0 0 0,-3 2 0,-4 2 0,-1 0 0,0-1 0,0 0 0,0 0 0,-13 3 0,13-5 0,0 1 0,0 0 0,0 1 0,-10 6 0,19-10 0,0-1 0,0 1 0,0-1 0,1 1 0,-1 0 0,0 0 0,0 0 0,1-1 0,-1 1 0,0 0 0,1 0 0,-1 0 0,0 0 0,1 0 0,0 0 0,-1 0 0,1 0 0,0 0 0,-1 0 0,1 0 0,0 0 0,0 1 0,0-1 0,0 0 0,0 0 0,0 0 0,0 0 0,0 0 0,1 2 0,0 0 0,1 0 0,-1-1 0,1 1 0,0-1 0,0 1 0,0-1 0,0 0 0,0 1 0,0-1 0,5 3 0,3 2 0,-1-1 0,1 0 0,1-1 0,-1 0 0,13 4 0,2-3 0,1-1 0,0-1 0,0-1 0,0-1 0,1-1 0,-1-2 0,0-1 0,36-6 0,-61 8 5,1-1 0,0 1 0,-1 0 1,1-1-1,0 1 0,-1-1 0,1 1 0,-1-1 0,1 0 0,-1 0 0,0 1 0,1-1 0,-1 0 0,0 0 0,1-1 0,-1 1 0,0 0 1,0 0-1,2-3 0,-3 3-62,0 0 1,0 0-1,0 0 1,0-1 0,0 1-1,0 0 1,-1 0-1,1 0 1,0 0 0,-1-1-1,1 1 1,0 0-1,-1 0 1,1 0-1,-1 0 1,0 0 0,1 0-1,-1 0 1,0 0-1,0 0 1,0 0 0,1 0-1,-1 1 1,0-1-1,-2-1 1,-23-18-6770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2.8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24575,'-1'54'0,"3"0"0,2 0 0,3 0 0,17 68 0,-24-121 0,0 1 0,1 0 0,-1-1 0,1 1 0,-1 0 0,1-1 0,0 1 0,0-1 0,0 1 0,-1-1 0,2 1 0,-1-1 0,0 1 0,0-1 0,0 0 0,1 0 0,-1 0 0,2 2 0,-2-3 0,0 0 0,0 0 0,0 0 0,1 0 0,-1 1 0,0-1 0,0-1 0,0 1 0,0 0 0,0 0 0,0 0 0,0-1 0,0 1 0,0 0 0,0-1 0,0 1 0,0-1 0,0 1 0,0-1 0,0 1 0,1-2 0,7-6 0,-1 0 0,0-1 0,0 0 0,10-15 0,-3 4 0,-10 14 0,0 0 0,1 0 0,0 0 0,0 1 0,1 0 0,-1 0 0,1 1 0,0-1 0,0 2 0,0-1 0,12-3 0,-15 6 0,1 0 0,-1 0 0,0 1 0,1-1 0,-1 1 0,0 0 0,1 1 0,-1-1 0,0 1 0,1 0 0,-1 0 0,0 0 0,0 0 0,0 1 0,0 0 0,0 0 0,0 0 0,0 0 0,-1 0 0,1 1 0,-1 0 0,6 5 0,-1 0 0,0 1 0,0-1 0,-1 2 0,0-1 0,0 1 0,-1 0 0,0 1 0,-1-1 0,-1 1 0,1 0 0,-2 0 0,1 0 0,-2 1 0,1-1 0,-2 1 0,1 0 0,-1 15 0,-2-18 0,0 0 0,0 0 0,0 0 0,-1-1 0,-1 1 0,0 0 0,0-1 0,0 1 0,-1-1 0,0 0 0,-1 0 0,0-1 0,0 1 0,-1-1 0,1 0 0,-2 0 0,1-1 0,-1 0 0,0 0 0,0-1 0,0 0 0,-15 8 0,16-10-45,0 0-1,0 0 1,-1-1-1,1 0 1,-1 0-1,0-1 1,1 0-1,-1 0 1,0 0-1,0-1 1,0 0-1,1 0 1,-1-1-1,0 1 1,0-2-1,1 1 1,-1-1-1,0 0 1,1 0-1,0-1 1,0 0-1,-1 0 1,2 0-1,-1-1 1,0 0-1,1 0 0,0 0 1,-1-1-1,-7-10 1,0-2-6781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3.7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24575,'4'0'0,"4"0"0,9 0 0,4 4 0,3 0 0,4 1 0,1-1 0,0-2 0,1 0 0,0-1 0,-2-1 0,-2 0 0,-2 0 0,-1 0 0,2 7 0,-3 2-8191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5.0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0 182 24575,'4'0'0,"8"-3"0,12-9 0,18-6 0,19 0 0,6-4 0,3-1 0,-7 2 0,-11 2 0,-10 0 0,-9 4 0,-10 4-8191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5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 1 24575,'8'92'0,"-5"-65"0,0 47 0,-3-65 0,-1 1 0,0-1 0,-1 1 0,0-1 0,-1 0 0,0 0 0,0 1 0,-8 13 0,-11 16 0,-29 41 0,43-72 87,14-15-1539,5-2-5374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24:25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1 24575,'-1'23'0,"-2"1"0,0 0 0,-8 25 0,-4 30 0,14-69 0,-2 9 0,1-1 0,1 1 0,1 0 0,0 0 0,4 27 0,-3-41 0,0-1 0,0 0 0,1 0 0,-1 0 0,1 0 0,0-1 0,0 1 0,0 0 0,0-1 0,1 1 0,-1-1 0,1 0 0,0 0 0,0 0 0,0 0 0,1-1 0,-1 1 0,0-1 0,1 1 0,0-1 0,0-1 0,-1 1 0,1 0 0,0-1 0,0 0 0,0 0 0,1 0 0,-1 0 0,0-1 0,5 1 0,18 0 20,-1-1 0,1-1 0,-1-1 0,1-1 0,35-10 0,125-47-1505,-164 51-5341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0:58:13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24575,'1'35'0,"2"0"0,1 0 0,16 64 0,44 97 0,-43-112 0,-6-17 0,-14-62 0,1-2 0,-1 1 0,1 0 0,-1 0 0,0-1 0,0 1 0,-1 0 0,1 0 0,-1 0 0,0 0 0,0 0 0,0 0 0,-1 0 0,1-1 0,-3 7 0,3-10 0,-1 1 0,0-1 0,0 0 0,1 0 0,-1 0 0,0 0 0,0 0 0,0 0 0,1 0 0,-1 0 0,0 0 0,0 0 0,1-1 0,-1 1 0,0 0 0,0-1 0,1 1 0,-1 0 0,0-1 0,1 1 0,-1-1 0,0 1 0,1-1 0,-1 1 0,1-1 0,-1 1 0,1-1 0,-1 0 0,1 1 0,-2-2 0,-16-20 0,12 11 0,0 1 0,1 0 0,0-1 0,1 0 0,0 0 0,0-1 0,2 1 0,-1 0 0,0-14 0,1-13 0,3-56 0,1 24 0,-2 62 5,1 1 1,0-1-1,0 1 0,1 0 0,0-1 0,0 1 1,1 0-1,-1 0 0,1 0 0,1 1 1,0-1-1,0 1 0,0 0 0,0 0 0,1 0 1,0 1-1,1-1 0,-1 1 0,1 0 0,0 1 1,0 0-1,7-4 0,-7 4-67,0 1 0,1 0 0,-1 0 0,1 0 1,0 1-1,-1 0 0,1 1 0,0-1 0,0 1 0,0 1 0,0-1 0,1 1 1,-1 1-1,0-1 0,0 1 0,0 0 0,0 1 0,0-1 0,-1 2 0,1-1 1,0 1-1,-1 0 0,7 3 0,1 4-6764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0:58:50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0 872 24575,'1'-14'0,"0"0"0,0 0 0,2 0 0,0 0 0,0 0 0,2 1 0,8-21 0,6-6 0,28-40 0,-29 53 0,-2-2 0,-1 0 0,17-46 0,-22 44 0,-2 0 0,-2-1 0,0 0 0,-2 0 0,-1-42 0,-2 60 0,-2 0 0,0 0 0,-1 0 0,0 0 0,-1 1 0,-1-1 0,0 1 0,-1 0 0,0 0 0,-1 0 0,0 1 0,-1 0 0,0 0 0,-17-19 0,24 30 0,-1 0 0,0 0 0,0 0 0,0 0 0,1 0 0,-1 1 0,0-1 0,0 0 0,0 0 0,0 1 0,0-1 0,0 1 0,-1-1 0,1 1 0,0-1 0,0 1 0,0 0 0,0 0 0,0-1 0,-1 1 0,1 0 0,0 0 0,0 0 0,0 0 0,-1 0 0,1 1 0,0-1 0,0 0 0,-2 1 0,1 1 0,-1-1 0,1 1 0,0 0 0,0 0 0,0 0 0,0 0 0,0 0 0,1 0 0,-1 0 0,0 1 0,1-1 0,-2 4 0,-2 5 0,0 1 0,1 0 0,1 0 0,-5 23 0,2 8 0,-9 124 0,15-149 0,1 1 0,0-1 0,1-1 0,1 1 0,1 0 0,1-1 0,7 21 0,60 155 0,-70-184 0,1 0 0,0-1 0,1 1 0,0-1 0,0 0 0,1 0 0,0 0 0,1 0 0,-1-1 0,1 0 0,0 0 0,1-1 0,0 0 0,0 0 0,0 0 0,1-1 0,0 0 0,0-1 0,0 1 0,1-2 0,-1 1 0,11 2 0,14 4-227,0-1-1,1-2 1,0-1-1,1-1 1,36-1-1,-51-4-6598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0:58:54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36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1 334 24575,'48'-3'0,"1"-2"0,0-3 0,85-24 0,-47 10 0,593-148 0,-554 147 0,1 5 0,1 6 0,183 5 0,-302 8-114,-1-1 1,1 0-1,0-1 0,0 0 0,0 0 1,-1-1-1,1 0 0,-1 0 0,1-1 1,-1 0-1,11-6 0,-4-1-6712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37.6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325 1 24575,'-156'134'0,"106"-89"0,33-32 0,2 0 0,-1 1 0,2 1 0,0 1 0,1 0 0,-12 20 0,24-36 0,1 1 0,-1 0 0,1-1 0,0 1 0,-1 0 0,1 0 0,0 0 0,0-1 0,-1 1 0,1 0 0,0 0 0,0 0 0,0-1 0,0 1 0,0 0 0,0 0 0,0 0 0,0 0 0,0-1 0,1 1 0,-1 0 0,0 0 0,0 0 0,1-1 0,-1 1 0,1 0 0,-1 0 0,2 0 0,-1 1 0,0-1 0,1 0 0,-1 0 0,1-1 0,-1 1 0,1 0 0,0 0 0,-1-1 0,1 1 0,0-1 0,2 1 0,63 2 0,-52-3 0,500-21 0,-514 21-29,34-5 182,-20-1-369,-15 6 184,1 0 1,-1-1 0,0 1 0,0 0 0,0 0 0,0 0 0,1-1 0,-1 1 0,0 0 0,0 0 0,0-1 0,0 1 0,0 0 0,0 0 0,1-1 0,-1 1 0,0 0 0,0-1 0,0 1 0,0 0 0,0 0 0,0-1 0,0 1 0,0 0 0,0 0 0,0-1-1,0 1 1,-1 0 0,1-1 0,0 1 0,0 0 0,0 0 0,0-1 0,0 1 0,0 0 0,-1 0 0,1 0 0,0-1 0,0 1 0,-1 0 0,-5-6-6795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38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24575,'-2'165'0,"5"174"0,-3-337-94,0-1 51,0 0-1,-1 0 0,1-1 0,0 1 0,0 0 0,0 0 0,0 0 1,0-1-1,1 1 0,-1 0 0,0 0 0,0 0 0,1-1 1,-1 1-1,0 0 0,1 0 0,-1-1 0,0 1 0,1 0 1,-1-1-1,1 1 0,-1 0 0,1-1 0,0 1 0,-1-1 0,1 1 1,-1-1-1,2 1 0,6-3-6782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41.8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1 135 24575,'3'2'0,"1"-1"0,-1 1 0,1 0 0,-1 0 0,0 0 0,0 1 0,0-1 0,0 1 0,-1-1 0,1 1 0,-1 0 0,4 6 0,0-3 0,87 100 0,-93-105 0,0-1 0,0 1 0,1-1 0,-1 0 0,0 1 0,0-1 0,1 0 0,-1 1 0,0-1 0,1 0 0,-1 1 0,1-1 0,-1 0 0,0 0 0,1 1 0,-1-1 0,1 0 0,-1 0 0,1 0 0,-1 0 0,1 1 0,-1-1 0,1 0 0,-1 0 0,1 0 0,-1 0 0,1 0 0,-1 0 0,1 0 0,-1 0 0,1-1 0,-1 1 0,0 0 0,1 0 0,0 0 0,3-18 0,-9-26 0,-3 14-83,-1 1 0,-1 0 1,-2 1-1,-16-30 0,14 29-868,2 5-5875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42.2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1 123 24575,'38'-3'0,"1"-2"0,-1-1 0,0-2 0,-1-2 0,48-19 0,63-15 0,-88 28-1365,-48 14-5461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43.6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 0 24575,'-9'10'0,"0"1"0,1 0 0,1 0 0,0 1 0,0 0 0,1 0 0,1 0 0,-7 20 0,2 6 0,-11 64 0,20-97 0,0 0 0,0 0 0,1 1 0,0-1 0,0 0 0,0 0 0,1 0 0,0 0 0,0 1 0,0-1 0,0 0 0,1 0 0,0-1 0,0 1 0,0 0 0,0-1 0,1 1 0,0-1 0,0 1 0,0-1 0,1 0 0,-1-1 0,1 1 0,0-1 0,0 1 0,0-1 0,0 0 0,1-1 0,-1 1 0,1-1 0,0 0 0,0 0 0,0 0 0,0 0 0,0-1 0,0 0 0,0 0 0,0-1 0,0 1 0,0-1 0,1 0 0,-1-1 0,0 1 0,8-2 0,-7-1 0,1 1 0,0-1 0,-1 0 0,0-1 0,1 1 0,-1-1 0,-1 0 0,1-1 0,-1 1 0,1-1 0,-1 0 0,-1-1 0,1 1 0,-1-1 0,0 0 0,0 0 0,0 0 0,-1-1 0,0 1 0,3-10 0,-6 14-3,1 1-1,-1 0 0,0 0 0,1-1 1,-1 1-1,0 0 0,0-1 1,0 1-1,0 0 0,0-1 0,0 1 1,0 0-1,0-1 0,-1 1 1,1 0-1,0-1 0,-1 1 0,1 0 1,-1 0-1,0-1 0,1 1 1,-1 0-1,0 0 0,-1-1 0,0 0 20,0 0 0,0 1 0,-1-1 0,1 1 0,0-1 0,-1 1 0,0 0 0,1 0 0,-1 0 0,1 0 0,-5 0 0,-8-1-246,0 0 1,0 2 0,-22 0-1,29 1-316,-10-1-6280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44.4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1 148 24575,'3'0'0,"4"-3"0,9-4 0,6-4 0,2-3 0,2-2 0,1 2 0,1 0 0,-1-1 0,-2 3 0,-3 3 0,-4 0 0,-3 1 0,-1 0 0,-2 0-8191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48.0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1 517 24575,'30'5'0,"7"-1"0,-36-4 0,0-1 0,1 1 0,-1-1 0,0 1 0,0-1 0,0 0 0,0 1 0,0-1 0,0 0 0,0 0 0,0 0 0,0 1 0,0-1 0,-1 0 0,1 0 0,0 0 0,-1-1 0,1 1 0,0 0 0,-1 0 0,1 0 0,-1 0 0,0-1 0,1 1 0,-1 0 0,0 0 0,0 0 0,0-2 0,2-22 0,-1 0 0,-1 1 0,-1-1 0,-2 1 0,-5-26 0,4 26 0,0-1 0,2 1 0,1 0 0,0-1 0,5-33 0,-3 52 0,0 0 0,1 0 0,-1 0 0,2 0 0,-1 0 0,0 0 0,1 0 0,0 1 0,1-1 0,-1 1 0,1 0 0,0 0 0,0 0 0,1 1 0,-1-1 0,7-4 0,-2 3 0,-1 1 0,1 1 0,0-1 0,0 2 0,1-1 0,-1 1 0,1 0 0,-1 1 0,16-1 0,9 1 0,0 1 0,0 2 0,-1 1 0,66 14 0,-81-12-112,-3-1 173,1 0 1,-1-1-1,22 1 1,-33-3-137,-1-1 0,1 1 0,0 0 0,-1-1 0,1 0 0,0 0 0,-1 0 0,1 0 0,-1 0 0,1-1 1,-1 0-1,1 1 0,-1-1 0,0 0 0,0-1 0,0 1 0,0-1 0,-1 1 0,3-4 0,2-3-6751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43:49.2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19 24575,'4'-2'0,"-1"0"0,1-1 0,0 1 0,0 1 0,0-1 0,0 0 0,0 1 0,0 0 0,0 0 0,0 0 0,1 1 0,-1-1 0,0 1 0,6 0 0,-6 0 0,0 0 0,-1 0 0,1 0 0,-1 1 0,1-1 0,-1 1 0,1 0 0,-1 0 0,1 0 0,-1 0 0,0 1 0,1-1 0,-1 1 0,0 0 0,0 0 0,0 0 0,3 3 0,-3 0 0,0 0 0,-1 0 0,0 0 0,0 1 0,0-1 0,-1 0 0,1 1 0,-1-1 0,-1 1 0,1 0 0,-1-1 0,0 1 0,0-1 0,0 1 0,-1-1 0,0 1 0,0-1 0,-1 1 0,-3 9 0,1-4 0,-1 0 0,0-1 0,0 0 0,-1 0 0,0 0 0,-1-1 0,0 0 0,-14 14 0,15-18 0,-1 1 0,0-2 0,0 1 0,-1-1 0,1 0 0,-1 0 0,-8 2 0,-5 2 0,21-8 0,0 0 0,0 0 0,-1 0 0,1 0 0,0 0 0,0 0 0,0 0 0,0 0 0,0 0 0,-1 0 0,1 0 0,0 0 0,0 0 0,0 0 0,0 0 0,0 0 0,-1 0 0,1 0 0,0 0 0,0 0 0,0 1 0,0-1 0,0 0 0,0 0 0,0 0 0,-1 0 0,1 0 0,0 0 0,0 0 0,0 0 0,0 1 0,0-1 0,0 0 0,0 0 0,0 0 0,0 0 0,0 0 0,0 0 0,0 1 0,0-1 0,0 0 0,0 0 0,0 0 0,0 0 0,0 0 0,0 1 0,0-1 0,0 0 0,0 0 0,0 0 0,0 0 0,0 0 0,0 1 0,0-1 0,0 0 0,0 0 0,0 0 0,0 0 0,0 0 0,0 0 0,0 0 0,1 1 0,-1-1 0,0 0 0,0 0 0,0 0 0,0 0 0,16 4 0,22-1 0,139-4-1365,-162 1-5461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39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24575,'3'0'0,"6"0"0,4 0 0,7 0 0,4 3 0,1 2 0,0-1 0,0 0 0,-1 2 0,-1 4 0,-1 0 0,-1-1 0,1 1 0,-5-1-8191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34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15 24575,'1'-1'0,"-2"0"0,1 1 0,0-1 0,0 1 0,0-1 0,0 1 0,0-1 0,0 0 0,-1 1 0,1-1 0,0 1 0,0-1 0,-1 1 0,1-1 0,0 1 0,-1-1 0,1 1 0,-1 0 0,1-1 0,-1 1 0,1-1 0,-1 1 0,1 0 0,-1-1 0,1 1 0,-1 0 0,1 0 0,-1-1 0,1 1 0,-1 0 0,1 0 0,-1 0 0,0 0 0,1 0 0,-1 0 0,1 0 0,-1 0 0,0 0 0,1 0 0,-1 0 0,1 0 0,-1 0 0,1 0 0,-1 1 0,0-1 0,1 0 0,-1 0 0,0 1 0,-1 0 0,0 0 0,0-1 0,-1 1 0,1 0 0,0 1 0,0-1 0,0 0 0,1 0 0,-1 1 0,0-1 0,-3 4 0,-2 13 0,0 0 0,2 0 0,0 1 0,0-1 0,2 1 0,1 0 0,0 0 0,1 20 0,0-22 0,0-9 0,1 1 0,0 0 0,0 0 0,1 0 0,0 0 0,3 12 0,-3-18 0,0-1 0,0 0 0,0 0 0,1 1 0,-1-1 0,0 0 0,1 0 0,0-1 0,-1 1 0,1 0 0,0 0 0,0-1 0,0 1 0,0-1 0,0 0 0,0 1 0,1-1 0,-1 0 0,0 0 0,1-1 0,-1 1 0,0 0 0,1-1 0,-1 1 0,1-1 0,-1 0 0,5 0 0,6 0-151,1 0-1,-1-1 0,1 0 0,-1-1 1,0-1-1,0 0 0,0-1 1,13-5-1,-8 1-6674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36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79 24575,'1'0'0,"1"0"0,0-1 0,-1 1 0,1-1 0,-1 1 0,1-1 0,-1 0 0,1 0 0,-1 1 0,0-1 0,1 0 0,-1 0 0,0-1 0,0 1 0,0 0 0,0 0 0,0-1 0,0 1 0,0 0 0,0-1 0,0 1 0,-1-1 0,1 1 0,0-1 0,-1 1 0,1-1 0,-1 1 0,0-1 0,0 0 0,1 1 0,-1-1 0,0 0 0,0 1 0,-1-1 0,1 0 0,0 1 0,0-1 0,-2-2 0,2 3 0,0 0 0,0-1 0,-1 1 0,1-1 0,0 1 0,-1 0 0,0 0 0,1-1 0,-1 1 0,0 0 0,1 0 0,-1 0 0,0-1 0,0 1 0,0 0 0,0 0 0,0 1 0,0-1 0,0 0 0,-1 0 0,1 0 0,0 1 0,0-1 0,-1 0 0,1 1 0,0 0 0,-1-1 0,1 1 0,0 0 0,-1-1 0,1 1 0,-1 0 0,1 0 0,0 0 0,-1 0 0,1 0 0,-1 1 0,1-1 0,0 0 0,-1 1 0,1-1 0,0 1 0,-1-1 0,1 1 0,0 0 0,0-1 0,-1 1 0,1 0 0,0 0 0,-1 1 0,-6 4 0,1 0 0,1 1 0,-1-1 0,1 1 0,0 0 0,1 1 0,0 0 0,0-1 0,1 2 0,-1-1 0,2 0 0,-5 13 0,1 0 0,1 0 0,1 1 0,1-1 0,-2 26 0,6-44 0,0-1 0,-1 1 0,1-1 0,0 1 0,1-1 0,-1 1 0,0-1 0,1 0 0,-1 1 0,1-1 0,0 0 0,0 1 0,0-1 0,0 0 0,0 0 0,0 0 0,0 0 0,1 0 0,-1 0 0,1 0 0,0 0 0,0 0 0,-1-1 0,1 1 0,0-1 0,0 1 0,0-1 0,1 0 0,-1 0 0,0 0 0,0 0 0,1 0 0,-1 0 0,0-1 0,5 1 0,7 1 0,0-1 0,0-1 0,0-1 0,-1 1 0,17-5 0,-28 5 0,1 0 0,0-1 0,-1 0 0,1 0 0,-1 0 0,0 0 0,1 0 0,-1 0 0,0 0 0,0-1 0,0 1 0,1-1 0,-2 0 0,1 0 0,0 1 0,0-1 0,2-5 0,-1 2 0,0 0 0,0 0 0,-1 0 0,0-1 0,0 1 0,-1-1 0,3-10 0,-3 2 0,0 0 0,0 0 0,-1 0 0,-1 1 0,-1-1 0,-3-15 0,-22-64-1365,23 78-5461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43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269 64 24575,'-1'-2'0,"1"0"0,-1 0 0,1 0 0,-1 1 0,0-1 0,0 0 0,0 0 0,0 1 0,0-1 0,0 1 0,0-1 0,0 1 0,-1-1 0,1 1 0,-1 0 0,1 0 0,-1-1 0,1 1 0,-1 0 0,0 1 0,0-1 0,1 0 0,-1 0 0,0 1 0,-3-2 0,-55-12 0,48 12 0,7 1 0,-12-3 0,0 1 0,-1 1 0,-22 0 0,36 3 0,0-1 0,0 0 0,0 1 0,0 0 0,0 0 0,0 0 0,0 0 0,-7 4 0,10-4 0,-1 0 0,1 0 0,-1 0 0,1 0 0,0 0 0,0 1 0,-1-1 0,1 0 0,0 1 0,0-1 0,0 1 0,1-1 0,-1 1 0,0-1 0,0 1 0,1 0 0,-1-1 0,1 1 0,0 0 0,-1-1 0,1 4 0,0-2 0,1 0 0,-1 1 0,1-1 0,0 0 0,0 0 0,0 1 0,0-1 0,0 0 0,1 0 0,-1 0 0,1 0 0,3 4 0,32 37 0,-21-26 0,17 18 0,-25-28 0,1 0 0,-1 1 0,-1-1 0,1 2 0,-2-1 0,1 1 0,-1 0 0,-1 0 0,0 0 0,5 14 0,-10-24 0,0 1 0,1 0 0,-1 0 0,0 0 0,0 0 0,0 0 0,0 0 0,1 0 0,-1-1 0,0 1 0,-1 0 0,1 0 0,0 0 0,0 0 0,0 0 0,-1 0 0,1 0 0,0-1 0,-1 1 0,1 0 0,0 0 0,-1 0 0,1-1 0,-1 1 0,0 0 0,1 0 0,-1-1 0,1 1 0,-1-1 0,0 1 0,0 0 0,1-1 0,-1 0 0,0 1 0,0-1 0,0 1 0,0-1 0,1 0 0,-1 0 0,0 1 0,0-1 0,0 0 0,0 0 0,0 0 0,0 0 0,0 0 0,0 0 0,1 0 0,-1 0 0,0 0 0,-2-1 0,-7-2 0,0 1 0,0-2 0,-19-7 0,6 2 0,5 5-1365,1 1-5461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48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24575,'3'0'0,"6"0"0,4 0 0,7 0 0,15 0 0,15 0 0,11-3 0,1-2 0,-2 0 0,-4 2 0,-8-3 0,-9-4 0,-3-1 0,-5 3 0,-7 1-8191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49.6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1 24575,'-2'27'0,"-9"50"0,8-58 0,-1-1 0,2 2 0,1-1 0,0 0 0,3 30 0,-1-49 0,-1 0 0,0 1 0,0-1 0,0 1 0,0-1 0,1 1 0,-1-1 0,0 0 0,0 1 0,1-1 0,-1 0 0,0 1 0,1-1 0,-1 0 0,0 1 0,1-1 0,-1 0 0,0 1 0,1-1 0,-1 0 0,1 0 0,-1 0 0,1 0 0,-1 1 0,1-1 0,-1 0 0,0 0 0,1 0 0,-1 0 0,1 0 0,-1 0 0,1 0 0,-1 0 0,1 0 0,-1 0 0,1 0 0,-1-1 0,1 1 0,-1 0 0,0 0 0,1 0 0,-1 0 0,1-1 0,-1 1 0,0 0 0,1-1 0,-1 1 0,0 0 0,1 0 0,-1-1 0,0 1 0,1-1 0,-1 1 0,0 0 0,0-1 0,1 0 0,24-24 0,-22 23 0,13-15-1365,0 2-5461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52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74 24575,'0'-4'0,"0"1"0,1 0 0,-1 0 0,1-1 0,0 1 0,0 0 0,0 0 0,0 0 0,1 0 0,0 0 0,-1 0 0,1 1 0,0-1 0,0 0 0,0 1 0,1-1 0,-1 1 0,0 0 0,1 0 0,0 0 0,-1 0 0,1 0 0,0 1 0,0-1 0,0 1 0,0 0 0,0 0 0,0 0 0,1 0 0,-1 0 0,6 0 0,-7 1 0,0 0 0,0-1 0,0 1 0,0 0 0,0 0 0,1 1 0,-1-1 0,0 0 0,0 1 0,0-1 0,0 1 0,0-1 0,0 1 0,0 0 0,0 0 0,0 0 0,-1 0 0,1 1 0,0-1 0,-1 0 0,1 1 0,-1-1 0,1 1 0,-1-1 0,1 1 0,-1 0 0,0-1 0,0 1 0,0 0 0,0 0 0,0 0 0,0 0 0,-1 0 0,1 0 0,-1 0 0,1 0 0,-1 0 0,0 0 0,0 1 0,0-1 0,0 0 0,0 0 0,0 0 0,-1 0 0,1 0 0,-1 0 0,-1 4 0,1-1 0,0-1 0,-1 1 0,0 0 0,0-1 0,0 1 0,0-1 0,-1 0 0,0 0 0,0 0 0,0 0 0,0 0 0,0-1 0,-6 5 0,-3 1 0,0 0 0,-27 13 0,-18 13 0,57-35 0,0 0 0,0 0 0,-1 0 0,1 0 0,0 0 0,0 1 0,0-1 0,-1 0 0,1 0 0,0 0 0,0 0 0,0 1 0,-1-1 0,1 0 0,0 0 0,0 0 0,0 1 0,0-1 0,0 0 0,0 0 0,-1 0 0,1 1 0,0-1 0,0 0 0,0 0 0,0 1 0,0-1 0,0 0 0,0 0 0,0 1 0,0-1 0,0 0 0,0 0 0,0 1 0,0-1 0,0 0 0,1 0 0,-1 1 0,0-1 0,0 0 0,0 0 0,0 0 0,0 1 0,0-1 0,1 0 0,-1 0 0,0 0 0,0 0 0,1 1 0,16 4 0,23-2 0,-40-3 0,16-1-341,0 0 0,0-1-1,19-4 1,-15 1-6485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52.8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0 24575,'-3'4'0,"-6"4"0,-4 9 0,-3 4 0,0 3 0,0 4 0,-1 1 0,2 0 0,4-3 0,3-1 0,4-2 0,2 0 0,2-2 0,0 0 0,1-3-8191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54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24575,'484'0'-1365,"-463"0"-5461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7:55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117 1 24575,'0'3'0,"0"6"0,0 3 0,0 5 0,0 6 0,-3 3 0,-9 0 0,-2 3 0,-3 1 0,-1-2 0,2 2 0,0-5 0,3-2 0,7-5 0,5-6-8191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18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24575,'-1'82'0,"3"90"0,-2-168 0,0 0 0,1 0 0,-1 0 0,1-1 0,0 1 0,0 0 0,0-1 0,1 1 0,-1 0 0,1-1 0,0 0 0,0 1 0,0-1 0,0 0 0,1 0 0,-1 0 0,1 0 0,0-1 0,-1 1 0,5 2 0,-2-2 0,0-1 0,1 0 0,-1 0 0,1 0 0,-1 0 0,1-1 0,0 0 0,0 0 0,-1-1 0,1 1 0,0-1 0,6-1 0,10-2 0,-1 0 0,1-2 0,-1-1 0,0 0 0,39-18 0,-32 13 0,-20 8 0,-1 1 0,1-1 0,-1 0 0,0-1 0,0 1 0,0-1 0,-1-1 0,12-8 0,-18 12-47,1 1 0,-1-1 0,0 0 0,1 1 0,-1-1 0,0 1 0,0-1 0,0 0 0,1 1-1,-1-1 1,0 0 0,0 1 0,0-1 0,0 1 0,0-1 0,0 0 0,0 1 0,0-1 0,0 0 0,0 1 0,0-1 0,-1 0-1,1 1 1,0-1 0,0 1 0,-1-1 0,1 0 0,-1 0 0,-5-6-6779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19.5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24575,'4'0'0,"4"0"0,5 0 0,7 0 0,4 0 0,5 0 0,5 0 0,0 0 0,-2 0 0,-3 0 0,-2 0 0,0 0 0,1 4 0,-2 1 0,-2-1 0,-1 0 0,-4-1-8191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0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43 24575,'22'-2'0,"0"0"0,0-1 0,38-11 0,-40 8 0,0 1 0,0 1 0,0 1 0,31 0 0,74 23-1365,-107-19-5461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3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49 24575,'5'3'0,"0"0"0,0-1 0,1 0 0,-1 0 0,0 0 0,1-1 0,0 1 0,-1-1 0,1-1 0,0 1 0,-1-1 0,11-1 0,-2 2 0,557-21 0,-125-2 0,-416 23 0,53 10 0,21 1 0,38-2 0,26 1 0,-147-11 0,-12 0 0,1 0 0,-1 0 0,0-1 0,15-2 0,-21 2 0,1 0 0,-1-1 0,0 1 0,0-1 0,-1 1 0,1-1 0,0 0 0,0 0 0,-1 0 0,1 0 0,-1 0 0,0-1 0,1 1 0,-1-1 0,0 0 0,2-4 0,6-9-1365,-2 3-5461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4.4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0 24575,'-2'4'0,"1"-1"0,-1 1 0,0-1 0,0 1 0,0-1 0,-1 0 0,1 0 0,-1 0 0,0 0 0,0 0 0,-6 4 0,1 1 0,-38 36 0,-5 5 0,-82 100 0,132-149 0,0 1 0,1 0 0,-1 0 0,0 0 0,1 0 0,-1 0 0,0 0 0,1 0 0,-1 1 0,1-1 0,0 0 0,-1 0 0,1 0 0,0 0 0,0 1 0,-1-1 0,1 0 0,0 0 0,0 0 0,1 1 0,-1-1 0,0 0 0,0 0 0,0 0 0,2 3 0,-1-3 0,0 1 0,1-1 0,-1 1 0,1-1 0,-1 0 0,1 0 0,-1 0 0,1 0 0,0 0 0,0 0 0,-1 0 0,1 0 0,0-1 0,3 2 0,12 1 0,1 0 0,-1-1 0,20-1 0,-15 0 0,132 18-1365,-134-20-5461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5.5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24575,'0'514'-1365,"0"-526"-5461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6.4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24575,'4'0'0,"4"0"0,5 0 0,4 0 0,2 0 0,5 0 0,3 4 0,0 0 0,-2 4 0,0 1 0,-2-2 0,0-1 0,-2-3 0,-3-1-8191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7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0 361 24575,'5'2'0,"0"-1"0,-1 1 0,1 0 0,-1 0 0,1 0 0,-1 1 0,0-1 0,0 1 0,0 0 0,4 5 0,15 8 0,-12-10 0,-8-3 0,1-1 0,0 0 0,0 0 0,0 0 0,0 0 0,0-1 0,0 1 0,6 0 0,-9-2 0,1-1 0,-1 1 0,0 0 0,0-1 0,0 1 0,0-1 0,0 1 0,0-1 0,0 0 0,0 1 0,0-1 0,0 0 0,0 0 0,0 0 0,0 0 0,0 1 0,-1-1 0,1 0 0,0 0 0,-1-1 0,1 1 0,-1 0 0,1 0 0,-1 0 0,1 0 0,-1 0 0,0-1 0,0 1 0,0 0 0,1 0 0,-1 0 0,0-1 0,0 1 0,-1 0 0,1-2 0,1-16 0,-2 0 0,0 0 0,0 1 0,-2-1 0,-1 0 0,-8-28 0,4 20 0,2 0 0,-3-30 0,9 54 0,-1-1 0,1 0 0,0 1 0,0-1 0,0 1 0,1-1 0,-1 1 0,1-1 0,0 1 0,0-1 0,0 1 0,0-1 0,0 1 0,1 0 0,0 0 0,-1 0 0,1 0 0,1 0 0,-1 0 0,0 0 0,1 0 0,-1 1 0,1 0 0,0-1 0,-1 1 0,1 0 0,1 0 0,-1 0 0,0 1 0,4-2 0,8-2 0,1 1 0,0 0 0,1 2 0,-1 0 0,25-1 0,20-2 0,-27 1-682,53 0-1,-66 4-6143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9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39 24575,'1'-2'0,"0"1"0,-1-1 0,1 1 0,0-1 0,0 1 0,0-1 0,0 1 0,0 0 0,1-1 0,-1 1 0,0 0 0,1 0 0,-1 0 0,0 0 0,1 0 0,-1 0 0,1 0 0,0 1 0,-1-1 0,3 0 0,34-12 0,-33 12 0,0 1 0,0 0 0,1 1 0,-1-1 0,0 1 0,0 0 0,0 0 0,0 0 0,0 1 0,-1 0 0,1 0 0,0 0 0,-1 1 0,1-1 0,-1 1 0,0 0 0,0 0 0,0 1 0,0-1 0,0 1 0,-1 0 0,0 0 0,0 0 0,3 5 0,1 1 0,0-1 0,-1 2 0,-1-1 0,0 1 0,0 0 0,-1 0 0,0 0 0,-1 1 0,3 18 0,-6-24 0,0 0 0,-1-1 0,0 1 0,0 0 0,0-1 0,-1 1 0,0-1 0,0 0 0,0 0 0,-1 0 0,0 0 0,0 0 0,0 0 0,0 0 0,-1-1 0,0 0 0,0 0 0,0 0 0,0 0 0,0 0 0,-1-1 0,0 0 0,0 0 0,0 0 0,0-1 0,0 0 0,0 0 0,-1 0 0,1 0 0,-1-1 0,-8 1 0,52-17 0,18 5-39,-20 3-624,60-4 0,-78 11-6163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29.6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44 24575,'0'-4'0,"4"-1"0,8 1 0,6 0 0,3-2 0,6-1 0,1 2 0,0 1 0,-1 1 0,-2 2 0,-6 0-8191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30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0 445 24575,'38'10'0,"-34"-9"0,-1 1 0,1-1 0,-1 0 0,1 0 0,-1 0 0,1-1 0,0 1 0,4-1 0,-7 0 0,0 0 0,1-1 0,-1 1 0,0-1 0,0 1 0,1-1 0,-1 0 0,0 1 0,0-1 0,0 0 0,0 0 0,0 0 0,0 0 0,0 0 0,0 0 0,0 0 0,0 0 0,-1 0 0,1 0 0,0-1 0,-1 1 0,1 0 0,-1 0 0,0-1 0,1 1 0,-1 0 0,1-3 0,4-24 0,-1 0 0,-2 0 0,0 0 0,-2-1 0,-4-38 0,1-62 0,4 126 0,-1-1 0,1 1 0,-1 0 0,1 0 0,0 0 0,0 0 0,0 0 0,1 0 0,-1 0 0,1 1 0,-1-1 0,1 0 0,0 1 0,0-1 0,0 1 0,0 0 0,1 0 0,-1 0 0,1 0 0,-1 0 0,1 0 0,0 1 0,0-1 0,-1 1 0,7-2 0,6-2 0,0 1 0,0 1 0,0 0 0,19 0 0,2-1 0,15-2-682,99 2-1,-131 4-6143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32.6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1 24575,'-14'14'0,"2"0"0,0 1 0,1 0 0,0 1 0,1 0 0,1 0 0,0 1 0,2 1 0,0 0 0,0 0 0,2 0 0,0 0 0,2 1 0,0 0 0,0 0 0,2 26 0,1-41 0,1 1 0,0-1 0,0 0 0,0 1 0,0-1 0,1 0 0,0 1 0,0-1 0,0 0 0,0 0 0,0-1 0,1 1 0,0 0 0,0-1 0,0 0 0,0 1 0,1-1 0,-1 0 0,1-1 0,0 1 0,-1-1 0,6 3 0,0-1 0,0 0 0,1-1 0,-1 0 0,1 0 0,-1-1 0,1 0 0,0-1 0,-1 0 0,15-1 0,-22 0-3,0 0 0,0 0 0,0 0-1,0 0 1,0-1 0,0 1 0,0-1 0,0 0-1,0 1 1,0-1 0,-1 0 0,1 0-1,0 0 1,0 0 0,-1 0 0,1-1 0,-1 1-1,1 0 1,-1-1 0,1 1 0,-1-1-1,0 0 1,0 1 0,2-3 0,-2 0 19,1 0 1,-1 0 0,0-1 0,0 1-1,0 0 1,-1 0 0,0-1-1,1 1 1,-1 0 0,-1 0-1,0-7 1,0 5-116,0-1 0,0 0 0,-1 0 0,0 0 0,0 1 0,-1-1 0,0 1 0,0 0 0,0 0 0,-1 0 0,0 0 0,0 1 0,-1-1 0,-8-8 0,-2 6-6727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1:58:36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23 24575,'0'-3'0,"-4"-2"0,-4 0 0,-5 1 0,-4 2 0,-2 0 0,-2 1 0,0 1 0,2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15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 1 24575,'-1'11'0,"0"1"0,-1-1 0,0 0 0,-1 0 0,0 0 0,-1 0 0,0 0 0,-1-1 0,-6 11 0,-62 91 0,50-79 0,-8 9 0,20-28 0,0 1 0,0 0 0,-14 29 0,25-43 0,0-1 0,-1 1 0,1 0 0,0-1 0,-1 1 0,1 0 0,0-1 0,0 1 0,-1 0 0,1-1 0,0 1 0,0 0 0,0 0 0,0-1 0,0 1 0,0 0 0,0 0 0,0-1 0,0 1 0,1 0 0,-1-1 0,0 1 0,0 0 0,1-1 0,-1 1 0,0 0 0,1-1 0,-1 1 0,1 0 0,-1-1 0,1 1 0,1 0 0,-1 0 0,1-1 0,0 1 0,-1 0 0,1-1 0,0 0 0,-1 1 0,1-1 0,0 0 0,-1 0 0,1 0 0,3-1 0,49-11 0,-32 5-227,1 1-1,-1 0 1,1 2-1,1 1 1,46-1-1,-52 4-6598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16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24575,'1'29'0,"9"44"0,0 22 0,-6-43 0,14 74 0,-10-77 0,5 93 0,-14-114 0,2 27 0,2-53-1365,2-7-5461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17.7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24575,'-1'44'0,"-1"-17"0,4 49 0,-1-70 0,0 0 0,0-1 0,0 1 0,0 0 0,1-1 0,0 1 0,0-1 0,1 1 0,-1-1 0,1 0 0,0 0 0,0 0 0,1-1 0,4 6 0,-6-9 0,0 1 0,0-1 0,0 0 0,0 0 0,0 0 0,1 0 0,-1 0 0,0-1 0,0 1 0,1-1 0,-1 1 0,0-1 0,1 0 0,-1 0 0,0 0 0,1 0 0,3-1 0,47-12 0,-22 4 0,-19 7 0,0 0 0,0 1 0,1 0 0,-1 1 0,0 0 0,0 1 0,1 0 0,-1 1 0,0 1 0,0 0 0,15 5 0,-22-5 0,0-1 0,0 1 0,0 0 0,0 0 0,0 1 0,-1-1 0,0 1 0,1 0 0,-1 0 0,-1 1 0,1-1 0,0 1 0,-1-1 0,0 1 0,0 0 0,-1 1 0,0-1 0,1 0 0,-2 1 0,1-1 0,-1 1 0,1 0 0,-1-1 0,-1 1 0,1 11 0,-1-4 0,0 0 0,0 0 0,-1 0 0,-1 0 0,-4 20 0,4-28 0,0-1 0,0 1 0,0-1 0,-1 0 0,1 1 0,-1-1 0,0 0 0,0-1 0,-1 1 0,1 0 0,-1-1 0,1 0 0,-1 0 0,0 0 0,-1 0 0,1-1 0,-8 4 0,-2 0 14,-1-1-1,1 0 0,-1-1 0,0-1 1,0-1-1,0 0 0,0 0 1,-23-2-1,26 0-137,1-1 0,-1-1 1,1 1-1,-1-2 0,1 0 0,0 0 1,0-1-1,0 0 0,0-1 0,1 0 1,-15-10-1,11 5-6702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18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 24575,'0'-3'0,"7"-2"0,6 1 0,5-4 0,2 1 0,6-3 0,1 1 0,0 1 0,-1 3 0,-1 2 0,-5 1-8191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19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112 173 24575,'-25'7'0,"23"-5"0,0-1 0,-1 0 0,1 0 0,-1 0 0,1-1 0,0 1 0,-1-1 0,0 1 0,1-1 0,-1 0 0,-4 0 0,5 0 0,0-1 0,-1 1 0,1-1 0,0 0 0,0 0 0,0 0 0,-1 0 0,1 0 0,0 0 0,0 0 0,1-1 0,-1 1 0,0-1 0,0 1 0,1-1 0,-1 0 0,1 0 0,-1 0 0,1 0 0,-2-2 0,1-1 0,0 1 0,1-1 0,-1 1 0,1-1 0,0 1 0,0-1 0,0 0 0,1 0 0,0 1 0,0-7 0,0 7 0,0 0 0,0-1 0,0 1 0,1 0 0,0-1 0,0 1 0,0 0 0,1-1 0,-1 1 0,1 0 0,0 0 0,0 1 0,0-1 0,1 0 0,-1 0 0,1 1 0,0 0 0,0 0 0,0-1 0,0 2 0,1-1 0,-1 0 0,1 1 0,4-3 0,-5 4 0,1-1 0,0 1 0,-1 0 0,1 0 0,0 0 0,0 1 0,0 0 0,0-1 0,-1 1 0,1 0 0,0 1 0,0-1 0,0 1 0,0 0 0,-1 0 0,1 0 0,0 0 0,-1 1 0,1-1 0,-1 1 0,1 0 0,5 4 0,-6-2 0,1 0 0,-1 0 0,0 0 0,0 1 0,-1-1 0,1 1 0,-1-1 0,0 1 0,0 0 0,-1 0 0,1 0 0,-1 0 0,0 0 0,0 0 0,-1 0 0,0 9 0,0 30-1365,-1-26-5461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38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366 65 24575,'-8'-6'0,"1"1"0,0-1 0,-1 1 0,0 1 0,0-1 0,-1 1 0,1 1 0,-1-1 0,-13-2 0,1 1 0,0 1 0,-42-3 0,57 6 0,-1 1 0,1 0 0,0 0 0,-1 1 0,1 0 0,0 0 0,-1 0 0,1 1 0,0 0 0,0 0 0,0 0 0,0 1 0,1 0 0,-9 6 0,10-6 0,0 1 0,0 0 0,1 0 0,0 1 0,0-1 0,0 1 0,0-1 0,1 1 0,0 0 0,0 0 0,0 0 0,0 0 0,1 0 0,0 1 0,0-1 0,0 0 0,1 8 0,-11 69 0,5-45 0,-3 66 0,9-95 0,0 1 0,1-1 0,0 1 0,0 0 0,1-1 0,0 0 0,0 1 0,1-1 0,0 0 0,0 0 0,1-1 0,9 15 0,-11-20 0,0 0 0,-1 0 0,1 0 0,1 0 0,-1 0 0,0 0 0,0-1 0,0 1 0,1-1 0,-1 0 0,1 1 0,-1-1 0,1 0 0,0-1 0,-1 1 0,1 0 0,0-1 0,0 1 0,-1-1 0,1 0 0,0 0 0,0 0 0,0 0 0,-1-1 0,1 1 0,0-1 0,-1 1 0,1-1 0,0 0 0,-1 0 0,1 0 0,-1-1 0,1 1 0,-1-1 0,3-1 0,11-8 0,-1-1 0,-1 0 0,0 0 0,15-18 0,-10 10 0,4-2 0,0-1 0,-2 0 0,-1-2 0,-1 0 0,-1-2 0,15-28 0,-23 32 0,-1-1 0,-1 0 0,5-26 0,-72 311 0,21-90 0,15-73 0,17-62 0,2 1 0,0 64 0,4-57 0,-8 56 0,5-75-1365,0-3-5461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39.6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1 24575,'-1'31'0,"-1"-1"0,-1 1 0,-2 0 0,-1-1 0,-13 37 0,-5 0 0,-38 72 0,44-103 0,3 1 0,0 0 0,3 1 0,1 0 0,-7 49 0,18-87 0,0 0 0,-1 1 0,1-1 0,0 0 0,0 0 0,0 1 0,0-1 0,0 0 0,-1 0 0,1 1 0,0-1 0,0 0 0,0 1 0,0-1 0,0 0 0,0 0 0,0 1 0,0-1 0,0 0 0,0 1 0,0-1 0,0 0 0,0 0 0,0 1 0,0-1 0,1 0 0,-1 1 0,0-1 0,0 0 0,0 0 0,0 1 0,0-1 0,1 0 0,-1 0 0,0 1 0,0-1 0,0 0 0,1 0 0,-1 0 0,0 0 0,0 1 0,1-1 0,-1 0 0,0 0 0,1 0 0,-1 0 0,1 0 0,11-13 0,15-31 0,-26 41 0,88-136 0,-77 122 0,2 0 0,0 0 0,1 2 0,1 0 0,28-21 0,-43 35 0,0 0 0,0 1 0,0-1 0,1 0 0,-1 1 0,0-1 0,1 1 0,-1-1 0,1 1 0,-1-1 0,0 1 0,1 0 0,-1 0 0,1 0 0,-1 0 0,1 0 0,-1 0 0,1 0 0,-1 0 0,0 1 0,1-1 0,-1 1 0,1-1 0,1 2 0,0-1 0,0 1 0,-1 1 0,1-1 0,-1 0 0,1 1 0,-1-1 0,0 1 0,1 0 0,-1 0 0,2 4 0,5 11 0,-1 1 0,12 38 0,-14-37 0,2 7 26,-2-1-1,-1 1 0,-2 1 0,2 45 1,-5-44-399,2-1 0,2 1 0,12 52 0,-10-65-6453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53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1 703 24575,'20'0'0,"4"1"0,-1-2 0,34-5 0,-48 5 0,-1-2 0,1 1 0,-1-1 0,0 0 0,0-1 0,0 0 0,0 0 0,0-1 0,12-10 0,6-9 0,-1-1 0,-2-1 0,0-1 0,-2-1 0,-1-1 0,-1-1 0,-2-1 0,17-40 0,-24 41 0,-1-1 0,-1 0 0,-2 0 0,-1-1 0,-2 0 0,-1 0 0,-1 0 0,-6-53 0,5 84 0,0 0 0,0-1 0,0 1 0,0-1 0,0 1 0,0 0 0,-1-1 0,1 1 0,0 0 0,-1-1 0,1 1 0,-1 0 0,0-1 0,1 1 0,-1 0 0,0 0 0,0 0 0,-1-1 0,2 2 0,-1 0 0,1 0 0,-1 0 0,0 0 0,1 0 0,-1 0 0,0 0 0,1 0 0,-1 1 0,1-1 0,-1 0 0,1 1 0,-1-1 0,1 0 0,-1 1 0,1-1 0,-1 0 0,1 1 0,-1-1 0,1 1 0,-1-1 0,1 1 0,0-1 0,-1 1 0,1-1 0,-1 2 0,-24 48 0,24-49 0,-12 38 0,1 0 0,3 1 0,1 0 0,1 0 0,0 61 0,4-66 0,3 0 0,0 1 0,12 68 0,-10-92 0,1 1 0,1-1 0,0 0 0,0-1 0,1 1 0,1-1 0,0 0 0,0 0 0,1-1 0,1 0 0,0 0 0,0 0 0,1-1 0,15 13 0,-18-19 0,0 1 0,1-1 0,-1 0 0,1 0 0,0 0 0,0-1 0,0 0 0,0-1 0,0 0 0,14 1 0,-5-1 0,1-1 0,0-1 0,26-4 0,-40 4 6,0 1-1,0-1 1,0 0-1,0 0 0,0-1 1,0 1-1,0 0 1,0-1-1,-1 0 1,1 0-1,0 0 1,-1 0-1,0 0 0,1 0 1,-1 0-1,0-1 1,0 1-1,-1-1 1,1 0-1,0 0 1,1-5-1,0 0-217,0 0 0,-1-1 0,0 0-1,-1 1 1,1-1 0,-1-14 0,-1-5-6614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53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24575,'4'0'0,"8"0"0,9 0 0,8 0 0,4 0 0,2 0 0,3 0 0,-2 0 0,-2 0 0,-1 0 0,-2 0 0,-3 0 0,-2 0 0,-10 0 0,-7 0-8191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54.3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44 24575,'3'0'0,"9"0"0,10-3 0,4-2 0,5 0 0,4-2 0,1-1 0,-4 2 0,2 2 0,-3 1 0,-2 1 0,-7 2-8191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56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22 24575,'9'6'0,"0"-1"0,-1 1 0,1 1 0,-1-1 0,-1 1 0,1 1 0,-1 0 0,-1 0 0,1 0 0,-1 0 0,-1 1 0,1 0 0,-2 1 0,6 14 0,2 6 0,-2 2 0,-2-1 0,6 42 0,3 169 0,-16-255 0,0-1 0,1 1 0,0 0 0,1 0 0,1 0 0,0 0 0,1 1 0,0-1 0,8-13 0,13-19 0,32-42 0,-43 65 0,7-10 0,0 2 0,2 0 0,2 1 0,51-45 0,-68 66 0,1 1 0,0 0 0,0 1 0,0 0 0,1 0 0,-1 2 0,1-1 0,1 1 0,-1 1 0,0 0 0,1 0 0,0 1 0,0 1 0,-1 0 0,1 0 0,0 1 0,0 1 0,0 0 0,19 5 0,19 8 8,41 8-1381,-81-21-5453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57.1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243 51 24575,'0'-2'0,"0"0"0,0-1 0,0 1 0,0 0 0,-1 0 0,1-1 0,0 1 0,-1 0 0,0 0 0,0 0 0,1-1 0,-1 1 0,0 0 0,-1 0 0,1 0 0,0 0 0,-1 1 0,-1-3 0,1 3 0,1 0 0,-1 0 0,1 0 0,-1 0 0,0 0 0,0 1 0,1-1 0,-1 1 0,0-1 0,0 1 0,0 0 0,0 0 0,1 0 0,-1 0 0,0 0 0,0 0 0,-3 1 0,-2 0 0,1 1 0,-1 1 0,1-1 0,0 1 0,0 0 0,0 0 0,0 1 0,1-1 0,-1 1 0,-9 10 0,2-1 0,1 1 0,1 1 0,0 0 0,1 1 0,0 0 0,2 0 0,0 1 0,0 0 0,-7 27 0,12-33 0,1 1 0,0-1 0,0 1 0,1 0 0,0-1 0,1 1 0,1 0 0,0 0 0,0-1 0,1 1 0,1 0 0,0-1 0,1 0 0,0 0 0,0 0 0,8 13 0,-6-15 0,1 1 0,0-1 0,0 0 0,1 0 0,1-1 0,-1 0 0,1 0 0,0-1 0,1-1 0,19 11 0,-21-13 0,0 0 0,1 0 0,-1-1 0,1 0 0,0-1 0,0 0 0,0 0 0,0-1 0,0 0 0,0-1 0,0 0 0,0 0 0,0-1 0,12-2 0,-18 2-41,0 0-1,0 0 0,-1-1 1,1 1-1,0-1 0,-1 0 1,1 1-1,-1-1 0,0 0 1,0 0-1,0-1 0,0 1 1,0 0-1,0-1 0,-1 1 1,1-1-1,-1 0 0,1 1 1,-1-1-1,0 0 0,1-3 1,-1 2-408,5-9-6377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58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283 36 24575,'-4'-3'0,"1"0"0,0 0 0,0 0 0,-1 0 0,0 0 0,0 1 0,1-1 0,-1 1 0,-1 0 0,1 1 0,0-1 0,0 1 0,-1-1 0,1 1 0,0 0 0,-1 1 0,1-1 0,-1 1 0,0 0 0,1 0 0,-1 1 0,-7 1 0,5 0 0,0 1 0,1 0 0,-1 0 0,1 1 0,0 0 0,0 0 0,0 1 0,1-1 0,-1 1 0,1 1 0,0-1 0,1 1 0,-6 8 0,-3 4 0,2 1 0,0 1 0,1 0 0,1 0 0,0 1 0,2 0 0,1 0 0,0 1 0,2 0 0,0 0 0,2 0 0,0 0 0,2 1 0,0-1 0,1 0 0,8 38 0,-8-55 0,1 0 0,0 0 0,0-1 0,0 0 0,0 1 0,1-1 0,-1 0 0,1 0 0,0 0 0,1 0 0,-1-1 0,0 1 0,1-1 0,0 0 0,0 0 0,0 0 0,0-1 0,0 1 0,1-1 0,-1 0 0,1 0 0,0-1 0,-1 1 0,1-1 0,0 0 0,0 0 0,0-1 0,0 1 0,-1-1 0,1 0 0,8-1 0,-5 0 0,1 1 0,0-1 0,-1-1 0,1 0 0,-1 0 0,1-1 0,-1 1 0,0-2 0,0 1 0,0-1 0,0-1 0,-1 1 0,0-1 0,0-1 0,0 1 0,-1-1 0,9-9 0,-1-6 0,0-1 0,-1-1 0,-1 0 0,-1 0 0,-1-1 0,8-31 0,-13 39 0,-2 0 0,0-1 0,-1 1 0,0 0 0,-1-1 0,-1 1 0,-1-1 0,0 1 0,-1-1 0,-8-29 0,9 44-72,1-1 1,-1 0-1,-1 1 0,1-1 0,0 1 0,-1-1 0,1 1 0,-1 0 1,1-1-1,-1 1 0,0 0 0,0 0 0,0 0 0,-1 0 0,1 1 1,0-1-1,-1 1 0,-3-3 0,-9-1-6754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09:59.1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304 112 24575,'-4'-1'0,"0"-1"0,0 1 0,0-1 0,0 0 0,0 0 0,1-1 0,-1 1 0,1-1 0,-1 0 0,-5-5 0,-9-7 0,15 13 0,-15-10 0,-1 1 0,0 1 0,-31-13 0,46 21 0,1 1 0,-1 0 0,0-1 0,1 1 0,-1 0 0,0 1 0,0-1 0,0 1 0,0-1 0,1 1 0,-1 1 0,0-1 0,0 0 0,0 1 0,0 0 0,0 0 0,1 0 0,-1 0 0,0 0 0,1 1 0,-1 0 0,1 0 0,0 0 0,0 0 0,-1 0 0,1 1 0,-5 5 0,5-2 0,-1 0 0,2 0 0,-1 1 0,1-1 0,0 1 0,0-1 0,0 1 0,1 0 0,0 0 0,1 0 0,-1 7 0,1-1 0,0 0 0,1 0 0,1 0 0,5 25 0,-4-31 0,0 0 0,1 0 0,-1-1 0,1 1 0,1-1 0,0 1 0,-1-2 0,2 1 0,-1 0 0,1-1 0,9 7 0,13 9 0,38 20 0,-37-23 0,20 9 0,-35-20 0,0 0 0,0 1 0,-1 1 0,0 0 0,0 1 0,14 15 0,-25-24 0,-1 0 0,1 0 0,-1 1 0,0-1 0,0 0 0,0 1 0,1-1 0,-2 1 0,1-1 0,0 1 0,0-1 0,0 1 0,-1 0 0,1-1 0,-1 1 0,1 0 0,-1 0 0,0-1 0,1 1 0,-1 0 0,0 0 0,0 0 0,0-1 0,-1 1 0,1 0 0,0 0 0,-1-1 0,1 1 0,-1 0 0,1-1 0,-1 1 0,0 0 0,0-1 0,0 1 0,0-1 0,0 1 0,0-1 0,0 0 0,0 1 0,-1-1 0,1 0 0,-1 0 0,1 0 0,0 0 0,-1 0 0,0 0 0,1 0 0,-1 0 0,0-1 0,1 1 0,-1-1 0,-2 1 0,-8 3 0,-1 0 0,0-1 0,1-1 0,-1 0 0,-23 0 0,6-1 0,19 0 0,-1 0 0,1 0 0,0-2 0,-1 1 0,1-1 0,0-1 0,0 0 0,0-1 0,-21-7 0,21 1-1365,7 0-5461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10:00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551 325 24575,'1'-1'0,"1"1"0,-1-1 0,1 1 0,-1-1 0,1 0 0,-1 1 0,0-1 0,1 0 0,-1 0 0,0 0 0,0 0 0,0 0 0,0-1 0,0 1 0,0 0 0,0 0 0,0-1 0,0 1 0,0-1 0,-1 1 0,1 0 0,-1-1 0,1 1 0,0-3 0,8-37 0,-9 27 0,0 0 0,-1 1 0,-1-1 0,-1 0 0,0 1 0,0 0 0,-2-1 0,1 1 0,-2 1 0,0-1 0,0 1 0,-1 0 0,-1 0 0,0 1 0,-17-20 0,21 28 0,1 0 0,0 0 0,-1 1 0,0-1 0,1 1 0,-1 0 0,0 0 0,0 0 0,0 0 0,0 1 0,-1 0 0,1 0 0,0 0 0,-1 0 0,1 1 0,0-1 0,-7 1 0,3 1 0,0 1 0,0-1 0,0 1 0,1 0 0,-1 1 0,1 0 0,0 0 0,-1 1 0,-6 4 0,-8 7 0,1 2 0,0 0 0,2 1 0,-30 33 0,24-20 0,2 0 0,1 2 0,2 1 0,1 0 0,2 1 0,1 1 0,2 1 0,1 0 0,2 0 0,2 2 0,-8 62 0,17-75 0,0 1 0,1-1 0,2 1 0,11 44 0,-14-70 0,0 2 0,1-1 0,-1 1 0,1-1 0,0 1 0,0-1 0,0 1 0,0-1 0,0 0 0,1 0 0,-1 1 0,1-1 0,-1 0 0,1 0 0,0 0 0,0-1 0,0 1 0,0 0 0,0-1 0,0 1 0,0-1 0,0 0 0,1 0 0,-1 0 0,0 0 0,1 0 0,-1 0 0,1-1 0,-1 1 0,1-1 0,0 1 0,-1-1 0,1 0 0,-1 0 0,1-1 0,-1 1 0,1 0 0,2-1 0,13-3 0,0 0 0,0-2 0,-1 0 0,22-10 0,-9 3 0,0 4 0,-19 6 0,0-1 0,0 0 0,18-10 0,-26 12 0,0 0 0,0 0 0,0 0 0,0 0 0,-1 0 0,1-1 0,-1 0 0,0 1 0,0-1 0,0 0 0,0 0 0,0 0 0,-1 0 0,1 0 0,-1-1 0,2-6 0,43-257 0,-15 84 0,-10 59-1365,-18 109-5461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10:01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1 109 24575,'3'0'0,"9"-4"0,6-1 0,3-3 0,6-4 0,1-3 0,0 0 0,2 0 0,4 2 0,-1 3 0,-3 4 0,-2 2 0,-2 2 0,-6 2-8191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24575,'4'1'0,"0"0"0,-1 0 0,1 0 0,0 1 0,-1-1 0,1 1 0,-1 0 0,0 0 0,0 0 0,1 1 0,-1-1 0,-1 1 0,4 2 0,35 40 0,-35-38 8,0 1 0,-1 0 0,0 0 0,0 0 0,-1 0 0,0 1 0,0 0 0,-1 0 0,-1 0 0,3 11 0,-2 5-253,-1 0 0,-1 38 0,-1-34-473,0-17-6108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2 107 24575,'-1'-7'0,"1"0"0,0 1 0,1-1 0,-1 0 0,1 0 0,1 1 0,-1-1 0,1 1 0,4-9 0,-4 12 0,0 0 0,0 1 0,0 0 0,0-1 0,1 1 0,-1 0 0,1 0 0,0 1 0,-1-1 0,1 0 0,0 1 0,0 0 0,0-1 0,0 1 0,0 1 0,0-1 0,1 0 0,-1 1 0,0-1 0,0 1 0,6 0 0,-6 0 0,1 1 0,-1-1 0,0 1 0,1-1 0,-1 1 0,0 0 0,0 1 0,0-1 0,0 0 0,0 1 0,0-1 0,0 1 0,0 0 0,0 0 0,-1 0 0,1 1 0,-1-1 0,0 1 0,1-1 0,-1 1 0,-1 0 0,1-1 0,0 1 0,0 0 0,-1 0 0,0 0 0,0 1 0,0-1 0,0 0 0,0 0 0,0 4 0,0-2 0,0-1 0,0 0 0,0 1 0,-1-1 0,0 1 0,0-1 0,0 1 0,0-1 0,-1 1 0,1-1 0,-1 0 0,0 1 0,-1-1 0,1 0 0,-1 0 0,0 0 0,0 0 0,0 0 0,0 0 0,-1 0 0,1-1 0,-1 1 0,-5 4 0,-62 29 0,78-38 0,0 1 0,0 0 0,0 1 0,0 0 0,0 0 0,0 1 0,12 4 0,-17-5 0,0 1 0,0 1 0,0-1 0,0 0 0,0 1 0,-1 0 0,1-1 0,-1 1 0,1 0 0,-1 0 0,0 1 0,0-1 0,-1 0 0,1 1 0,-1-1 0,1 1 0,-1-1 0,1 5 0,-1-3 0,0 0 0,0 1 0,-1-1 0,1 0 0,-1 1 0,0-1 0,-1 0 0,1 1 0,-1-1 0,0 0 0,0 0 0,-3 8 0,2-11 5,1-1-1,0 1 1,-1-1-1,1 1 0,-1-1 1,0 1-1,1-1 1,-1 0-1,0 0 1,0 0-1,0 0 0,0 0 1,0-1-1,0 1 1,0 0-1,0-1 1,0 1-1,0-1 1,0 0-1,0 0 0,0 0 1,0 0-1,0 0 1,0 0-1,0-1 1,-5 0-1,-3-1-375,0 0-1,-1-1 1,-18-7 0,20 6-6455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42 24575,'-1'0'0,"1"0"0,0 1 0,0-1 0,-1 0 0,1 1 0,0-1 0,-1 0 0,1 0 0,0 1 0,-1-1 0,1 0 0,-1 0 0,1 0 0,0 0 0,-1 1 0,1-1 0,-1 0 0,1 0 0,0 0 0,-1 0 0,1 0 0,-1 0 0,1 0 0,-1 0 0,1 0 0,0 0 0,-1 0 0,1-1 0,-1 1 0,1 0 0,0 0 0,-1 0 0,1 0 0,0-1 0,-1 1 0,1 0 0,0 0 0,-1-1 0,1 1 0,0 0 0,-1 0 0,1-1 0,0 1 0,0 0 0,-1-1 0,1 1 0,0-1 0,0 1 0,0 0 0,0-1 0,-1 1 0,1-1 0,0 1 0,0 0 0,0-1 0,0 1 0,0-1 0,0 0 0,-20 35 0,17-18 0,1 0 0,0 0 0,1 1 0,2 22 0,-1-31 0,1 0 0,0 1 0,0-1 0,1 0 0,0 0 0,0 0 0,1 0 0,0 0 0,0 0 0,6 8 0,-7-13 0,0-1 0,1 1 0,-1-1 0,1 0 0,-1 0 0,1 0 0,0 0 0,0-1 0,0 1 0,0-1 0,0 1 0,0-1 0,0 0 0,0 0 0,0-1 0,1 1 0,-1-1 0,0 1 0,0-1 0,1 0 0,-1 0 0,0 0 0,1-1 0,-1 1 0,0-1 0,0 0 0,0 0 0,1 0 0,4-3 0,-1 1 0,-1 0 0,1 0 0,-1-1 0,0 0 0,0 0 0,0-1 0,0 1 0,-1-1 0,0-1 0,0 1 0,0-1 0,6-9 0,-7 7 0,-1 0 0,0 0 0,0 0 0,0 0 0,-1-1 0,0 1 0,-1 0 0,0-1 0,0 0 0,-1 1 0,0-1 0,0 1 0,-3-12 0,2 15 0,0 0 0,0 1 0,0-1 0,-1 1 0,0-1 0,0 1 0,0 0 0,0 0 0,-1 0 0,1 0 0,-1 0 0,0 0 0,-1 1 0,1-1 0,0 1 0,-1 0 0,0 0 0,0 0 0,0 1 0,0-1 0,0 1 0,0 0 0,-1 0 0,1 1 0,-10-3 0,3 2-93,0 1-1,-1 0 1,-21 2-1,20-1-897,2 1-5835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29 24575,'0'-1'0,"0"0"0,-1 0 0,1 0 0,0 0 0,0 0 0,0 0 0,-1 0 0,1 0 0,-1 0 0,1 0 0,0 0 0,-1 0 0,0 1 0,1-1 0,-1 0 0,0 0 0,1 0 0,-1 1 0,0-1 0,0 0 0,1 1 0,-1-1 0,0 0 0,0 1 0,-1-1 0,-33-5 0,27 6 0,0 0 0,0 1 0,0 0 0,1 0 0,-1 1 0,-13 5 0,18-5 0,0-1 0,0 1 0,0 0 0,1 0 0,-1 1 0,0-1 0,1 1 0,0-1 0,-1 1 0,1 0 0,0 0 0,1 0 0,-1 0 0,0 0 0,1 0 0,0 0 0,-1 1 0,1-1 0,0 0 0,1 1 0,-1-1 0,1 1 0,-1-1 0,1 1 0,0-1 0,1 1 0,-1-1 0,0 1 0,1-1 0,0 0 0,0 1 0,0-1 0,0 0 0,3 5 0,-3-5 0,0-1 0,1 1 0,-1 0 0,1-1 0,-1 0 0,1 1 0,0-1 0,0 0 0,0 0 0,0 0 0,1 0 0,-1 0 0,0-1 0,1 1 0,-1-1 0,1 0 0,0 1 0,-1-1 0,1 0 0,0 0 0,0-1 0,0 1 0,0-1 0,0 1 0,-1-1 0,1 0 0,0 0 0,0 0 0,0-1 0,0 1 0,0 0 0,0-1 0,0 0 0,-1 0 0,1 0 0,0 0 0,-1 0 0,1-1 0,-1 1 0,1-1 0,3-3 0,-3 3 9,-1 0-1,0-1 1,0 1-1,0-1 1,0 1 0,0-1-1,-1 0 1,1 1-1,-1-1 1,0 0-1,0 0 1,0 0-1,1-5 1,6-42-1494,-8 39-5341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51 24575,'0'-2'0,"0"0"0,0 0 0,0-1 0,-1 1 0,1 0 0,0 0 0,-1 0 0,1 0 0,-1 0 0,0 0 0,0 0 0,0 0 0,0 1 0,0-1 0,0 0 0,0 0 0,0 1 0,-1-1 0,1 1 0,-1-1 0,1 1 0,-1-1 0,0 1 0,1 0 0,-1 0 0,0 0 0,0 0 0,-2-1 0,3 2 0,-1 0 0,0 0 0,0 0 0,1 0 0,-1 0 0,0 0 0,0 0 0,1 0 0,-1 1 0,0-1 0,1 1 0,-1 0 0,1-1 0,-1 1 0,0 0 0,1 0 0,0 0 0,-1 0 0,1 0 0,-1 0 0,1 0 0,0 0 0,0 1 0,0-1 0,0 0 0,0 1 0,0-1 0,0 1 0,0-1 0,0 1 0,1 0 0,-1-1 0,0 4 0,-3 13 0,1 0 0,0-1 0,2 1 0,0 0 0,1 0 0,0 0 0,5 23 0,-5-39 0,0 0 0,0-1 0,0 1 0,0 0 0,0-1 0,0 1 0,1 0 0,-1-1 0,1 1 0,-1 0 0,1-1 0,0 1 0,-1-1 0,1 1 0,0-1 0,0 0 0,0 1 0,0-1 0,1 0 0,-1 1 0,0-1 0,0 0 0,1 0 0,-1 0 0,1 0 0,-1-1 0,1 1 0,-1 0 0,1 0 0,-1-1 0,1 1 0,-1-1 0,1 0 0,0 1 0,0-1 0,-1 0 0,1 0 0,0 0 0,-1 0 0,1 0 0,0 0 0,-1-1 0,3 0 0,1 0 0,0-1 0,1 0 0,-1 0 0,-1 0 0,1-1 0,0 0 0,-1 0 0,1 0 0,-1-1 0,0 1 0,0-1 0,5-5 0,-5 3 0,0-1 0,0 1 0,0-1 0,-1 0 0,0 1 0,0-1 0,2-12 0,-4 16 0,0 0 0,0 0 0,-1 0 0,1 0 0,-1 0 0,0-1 0,0 1 0,0 0 0,-1 0 0,1 0 0,-1 0 0,1-1 0,-1 1 0,0 0 0,-1 0 0,1 1 0,0-1 0,-1 0 0,1 0 0,-3-2 0,4 5 0,0-1 0,0 1 0,0 0 0,0 0 0,0-1 0,0 1 0,0 0 0,0 0 0,-1 0 0,1-1 0,0 1 0,0 0 0,0 0 0,0 0 0,0-1 0,0 1 0,-1 0 0,1 0 0,0 0 0,0 0 0,0 0 0,0-1 0,-1 1 0,1 0 0,0 0 0,0 0 0,0 0 0,-1 0 0,1 0 0,0 0 0,0 0 0,-1 0 0,1 0 0,0 0 0,0 0 0,0 0 0,-1 0 0,1 0 0,0 0 0,0 0 0,-1 0 0,1 0 0,0 0 0,0 0 0,0 0 0,-1 0 0,1 0 0,0 0 0,0 1 0,0-1 0,-1 0 0,3 16 0,10 21 0,-7-25 0,1 0 0,0 0 0,1 0 0,0-1 0,1 0 0,10 12 0,-14-20 0,1 1 0,-1 0 0,1-1 0,0 0 0,0 0 0,0 0 0,0-1 0,0 0 0,0 0 0,1 0 0,-1 0 0,1-1 0,-1 0 0,1 0 0,0-1 0,0 0 0,6 0 0,8 0-120,-9 1 171,-1-1 0,1-1-1,0 0 1,13-3 0,-22 4-109,1-1 0,-1 1 1,0-1-1,0 0 0,0 0 1,0 0-1,0 0 0,0 0 1,0-1-1,0 1 1,0 0-1,-1-1 0,1 1 1,-1-1-1,1 0 0,-1 0 1,1 0-1,-1 1 0,0-1 1,0 0-1,0-1 1,0 1-1,0 0 0,-1 0 1,2-3-1,0-11-6768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24575,'1'25'0,"2"-1"0,1 0 0,9 36 0,-6-34 0,-1 0 0,3 44 0,-9 248 0,-1-269 0,1-57 0,0 0 0,0-1 0,0 1 0,1 0 0,0 0 0,1 0 0,0 0 0,0 1 0,0-1 0,1 0 0,1 1 0,-1-1 0,1 1 0,0 0 0,1 1 0,-1-1 0,1 1 0,1 0 0,-1 0 0,1 0 0,0 1 0,13-10 0,12-10 0,-20 15 0,1 0 0,1 1 0,-1 0 0,1 1 0,19-9 0,-29 16 0,0-1 0,1 1 0,-1 0 0,1 0 0,-1 1 0,1-1 0,0 1 0,-1 0 0,1 0 0,-1 0 0,1 0 0,0 1 0,-1-1 0,1 1 0,-1 0 0,1 0 0,-1 0 0,0 0 0,1 1 0,-1 0 0,0-1 0,0 1 0,0 0 0,0 1 0,0-1 0,-1 0 0,1 1 0,2 3 0,0 0 0,-1 0 0,0 0 0,0 1 0,-1 0 0,1 0 0,-2 0 0,1 0 0,-1 0 0,0 0 0,0 1 0,-1-1 0,0 1 0,0-1 0,-1 1 0,0 0 0,0-1 0,-1 1 0,0-1 0,0 1 0,-1-1 0,0 1 0,0-1 0,-1 0 0,0 0 0,0 0 0,-1 0 0,-7 10 0,-1-5 12,0-1 0,0 0 0,-1-1 0,-1-1 0,1 0 0,-2-1 0,1 0 0,-1-1 0,-26 8 0,17-7-260,0-2 1,-1-1-1,1-1 1,-1-2-1,-42 1 1,46-4-6579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54 24575,'0'-3'0,"0"1"0,-1 0 0,1 0 0,0-1 0,-1 1 0,1 0 0,-1 0 0,0 0 0,0-1 0,0 1 0,0 0 0,0 0 0,0 0 0,-1 1 0,1-1 0,-1 0 0,1 0 0,-1 1 0,1-1 0,-1 1 0,0-1 0,0 1 0,0 0 0,0 0 0,0 0 0,0 0 0,0 0 0,0 0 0,0 1 0,-1-1 0,1 0 0,0 1 0,0 0 0,-1 0 0,1 0 0,0 0 0,-4 0 0,1 0 0,1 0 0,0 1 0,-1-1 0,1 1 0,0 0 0,0 0 0,0 0 0,-1 1 0,1-1 0,0 1 0,1 0 0,-1 0 0,0 0 0,1 1 0,-1 0 0,1-1 0,0 1 0,0 0 0,-4 5 0,-2 9 0,1 1 0,1-1 0,1 1 0,0 1 0,1-1 0,1 1 0,1 0 0,1 0 0,1 0 0,0 0 0,1 0 0,1 0 0,1 0 0,1 0 0,10 37 0,-12-53 0,0 0 0,0-1 0,0 1 0,1-1 0,-1 1 0,1-1 0,-1 1 0,1-1 0,0 0 0,0 1 0,0-1 0,0 0 0,1-1 0,-1 1 0,0 0 0,1-1 0,0 1 0,-1-1 0,1 0 0,0 0 0,-1 0 0,1 0 0,0 0 0,0 0 0,0-1 0,0 0 0,0 1 0,0-1 0,0 0 0,5-1 0,-2 1 0,-1-1 0,1 0 0,-1 0 0,1 0 0,-1-1 0,1 1 0,-1-1 0,0-1 0,0 1 0,0-1 0,0 0 0,0 0 0,-1 0 0,1-1 0,5-5 0,27-26 0,6-8 0,-32 29-1365,-1 3-5461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24575,'0'8'0,"-1"26"0,1 0 0,2 0 0,2-1 0,0 1 0,14 45 0,6-8 0,-12-37 0,0 1 0,-2 0 0,-2 0 0,-1 0 0,2 39 0,-31-173 0,22 92 0,0 1 0,0-1 0,0 1 0,1-1 0,0 0 0,0 1 0,0 0 0,1-1 0,0 1 0,1 0 0,-1 0 0,1 0 0,0 0 0,5-7 0,-5 10 0,-1 1 0,0-1 0,1 1 0,-1 0 0,1 0 0,0 0 0,0 0 0,0 1 0,0-1 0,0 1 0,0-1 0,0 1 0,0 0 0,1 0 0,-1 1 0,0-1 0,1 1 0,-1 0 0,1-1 0,-1 1 0,0 1 0,1-1 0,-1 0 0,0 1 0,1 0 0,-1 0 0,0 0 0,6 3 0,1 1 0,0 0 0,-1 0 0,0 1 0,-1 1 0,1 0 0,-1 0 0,0 0 0,-1 1 0,0 0 0,0 1 0,8 13 0,-7-10 0,0 1 0,-1 0 0,-1 0 0,0 1 0,0 0 0,-2 0 0,7 28 0,-11-39 0,1 1 0,-1-1 0,1 1 0,-1 0 0,0-1 0,0 1 0,-1-1 0,1 1 0,-1-1 0,1 1 0,-1-1 0,0 0 0,-1 1 0,1-1 0,-1 0 0,1 0 0,-1 0 0,0 0 0,0 0 0,0 0 0,0 0 0,-1-1 0,1 1 0,-1-1 0,-4 4 0,0-2 0,0-1 0,-1 0 0,1 0 0,0-1 0,-1 0 0,0 0 0,1-1 0,-1 0 0,0 0 0,-14-1 0,16 0-57,-1 0 0,1 0 1,-1 0-1,1-1 0,0 0 0,-1 0 0,1 0 0,0-1 0,0 0 0,0 0 1,0-1-1,0 0 0,0 0 0,1 0 0,-1-1 0,1 1 0,0-1 0,0 0 0,0-1 1,1 1-1,0-1 0,0 0 0,-6-9 0,-1-3-6769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2 24575,'-34'-1'0,"18"0"0,-1 1 0,1 1 0,0 0 0,-23 5 0,33-4 0,0 0 0,1 0 0,-1 0 0,0 1 0,1 0 0,0 0 0,0 1 0,0-1 0,0 1 0,0 0 0,1 0 0,0 1 0,0-1 0,0 1 0,-5 8 0,2-1 0,0 2 0,1-1 0,1 1 0,0-1 0,1 2 0,0-1 0,1 0 0,1 1 0,0-1 0,1 1 0,1 0 0,0-1 0,1 1 0,0-1 0,5 19 0,-5-23 0,1 0 0,1 0 0,0 0 0,0-1 0,1 1 0,0-1 0,1 0 0,0 0 0,0-1 0,1 1 0,0-1 0,0 0 0,1-1 0,0 1 0,0-1 0,1-1 0,0 1 0,0-1 0,1-1 0,-1 0 0,1 0 0,17 6 0,-23-10 0,0 0 0,0 0 0,0 0 0,0 0 0,1-1 0,-1 1 0,0-1 0,1 0 0,-1 0 0,0 0 0,0-1 0,1 1 0,-1-1 0,0 0 0,0 0 0,1 0 0,-1 0 0,0 0 0,0-1 0,2-1 0,-1 0 0,-1 0 0,0 0 0,0 0 0,0-1 0,0 1 0,-1-1 0,0 0 0,1 0 0,-1 0 0,-1 0 0,1 0 0,-1 0 0,2-5 0,1-13 0,0-1 0,-2 1 0,0-1 0,-3-35 0,1 55 0,-1-47 0,-12-71 0,12 120 0,1 0 0,0 0 0,-1 0 0,1 0 0,0 0 0,0 0 0,0 0 0,0 0 0,0 0 0,0 0 0,0 0 0,0 0 0,0 0 0,0 0 0,1 0 0,-1 0 0,0 0 0,1 0 0,0-1 0,12 9 0,22 38 0,-30-38 0,61 90 0,-36-50 0,2-2 0,2-1 0,53 54 0,-81-93 0,1 1 0,0-1 0,0-1 0,0 1 0,1-1 0,0 0 0,-1-1 0,1 0 0,1 0 0,-1-1 0,0 0 0,0 0 0,1-1 0,-1 0 0,1-1 0,0 0 0,-1 0 0,1 0 0,8-3 0,-10 2 0,-1 0 0,0-1 0,0 0 0,0 0 0,0-1 0,0 1 0,-1-1 0,1-1 0,-1 1 0,0-1 0,0 0 0,0 0 0,0 0 0,-1 0 0,1-1 0,-1 0 0,0 0 0,-1 0 0,1-1 0,-1 1 0,0-1 0,-1 0 0,1 1 0,-1-1 0,2-12 0,2-10-113,1-7-137,1 1-1,1 0 1,2 0-1,22-47 1,-11 41-6576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01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51 24575,'0'-2'0,"0"0"0,0 0 0,0 0 0,0 0 0,0 0 0,0 0 0,-1 0 0,1 0 0,-1 0 0,0 0 0,1 0 0,-1 1 0,0-1 0,0 0 0,0 0 0,0 1 0,0-1 0,-1 1 0,1-1 0,0 1 0,-1 0 0,1-1 0,-1 1 0,0 0 0,1 0 0,-1 0 0,0 0 0,1 0 0,-1 0 0,0 1 0,0-1 0,0 1 0,0-1 0,0 1 0,0 0 0,0-1 0,0 1 0,0 0 0,0 0 0,0 1 0,0-1 0,1 0 0,-1 1 0,-3 0 0,0 0 0,-1 0 0,0 1 0,0 0 0,1 0 0,-1 0 0,1 1 0,-1-1 0,1 1 0,0 1 0,0-1 0,0 1 0,1 0 0,-9 8 0,5 2 0,0 0 0,1 0 0,0 0 0,1 1 0,1 0 0,-7 29 0,5-13 0,2 1 0,-1 45 0,7-59 0,1-1 0,1 1 0,0-1 0,2 0 0,0 0 0,1 0 0,0-1 0,1 1 0,1-2 0,1 1 0,13 17 0,-22-31 0,1 0 0,0 0 0,0-1 0,1 1 0,-1 0 0,0-1 0,1 1 0,-1-1 0,0 0 0,1 1 0,0-1 0,-1 0 0,1 0 0,0 0 0,-1 0 0,1 0 0,0-1 0,0 1 0,0 0 0,0-1 0,0 1 0,0-1 0,0 0 0,0 0 0,0 1 0,0-2 0,0 1 0,0 0 0,0 0 0,0 0 0,0-1 0,-1 1 0,1-1 0,0 0 0,0 1 0,0-1 0,0 0 0,-1 0 0,1 0 0,0 0 0,-1-1 0,1 1 0,-1 0 0,1-1 0,-1 1 0,0-1 0,3-2 0,6-10 0,0-1 0,0 1 0,-1-1 0,9-23 0,-13 27 0,-1 1-170,0 0-1,-1 0 0,0 0 1,-1 0-1,0-1 0,0 1 1,-1-13-1,0 1-6655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18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51 24575,'0'-2'0,"0"0"0,0 0 0,0-1 0,-1 1 0,1 0 0,0 0 0,-1 0 0,1 0 0,-1 0 0,0 0 0,0 0 0,0 0 0,0 1 0,0-1 0,0 0 0,0 0 0,0 1 0,-1-1 0,1 1 0,-1-1 0,1 1 0,-1-1 0,0 1 0,1 0 0,-1 0 0,0 0 0,0 0 0,-2-1 0,3 2 0,-1 0 0,0 0 0,0 0 0,1 0 0,-1 0 0,0 0 0,0 0 0,1 0 0,-1 1 0,0-1 0,1 1 0,-1 0 0,1-1 0,-1 1 0,0 0 0,1 0 0,0 0 0,-1 0 0,1 0 0,-1 0 0,1 0 0,0 0 0,0 1 0,0-1 0,0 0 0,0 1 0,0-1 0,0 1 0,0-1 0,0 1 0,1 0 0,-1-1 0,0 4 0,-3 13 0,1 0 0,0-1 0,2 1 0,0 0 0,1 0 0,0 0 0,5 23 0,-5-39 0,0 0 0,0-1 0,0 1 0,0 0 0,0-1 0,0 1 0,1 0 0,-1-1 0,1 1 0,-1 0 0,1-1 0,0 1 0,-1-1 0,1 1 0,0-1 0,0 0 0,0 1 0,0-1 0,1 0 0,-1 1 0,0-1 0,0 0 0,1 0 0,-1 0 0,1 0 0,-1-1 0,1 1 0,-1 0 0,1 0 0,-1-1 0,1 1 0,-1-1 0,1 0 0,0 1 0,0-1 0,-1 0 0,1 0 0,0 0 0,-1 0 0,1 0 0,0 0 0,-1-1 0,3 0 0,1 0 0,0-1 0,1 0 0,-1 0 0,-1 0 0,1-1 0,0 0 0,-1 0 0,1 0 0,-1-1 0,0 1 0,0-1 0,5-5 0,-5 3 0,0-1 0,0 1 0,0-1 0,-1 0 0,0 1 0,0-1 0,2-12 0,-4 16 0,0 0 0,0 0 0,-1 0 0,1 0 0,-1 0 0,0-1 0,0 1 0,0 0 0,-1 0 0,1 0 0,-1 0 0,1-1 0,-1 1 0,0 0 0,-1 0 0,1 1 0,0-1 0,-1 0 0,1 0 0,-3-2 0,4 5 0,0-1 0,0 1 0,0 0 0,0 0 0,0-1 0,0 1 0,0 0 0,0 0 0,-1 0 0,1-1 0,0 1 0,0 0 0,0 0 0,0 0 0,0-1 0,0 1 0,-1 0 0,1 0 0,0 0 0,0 0 0,0 0 0,0-1 0,-1 1 0,1 0 0,0 0 0,0 0 0,0 0 0,-1 0 0,1 0 0,0 0 0,0 0 0,-1 0 0,1 0 0,0 0 0,0 0 0,0 0 0,-1 0 0,1 0 0,0 0 0,0 0 0,-1 0 0,1 0 0,0 0 0,0 0 0,0 0 0,-1 0 0,1 0 0,0 0 0,0 1 0,0-1 0,-1 0 0,3 16 0,10 21 0,-7-25 0,1 0 0,0 0 0,1 0 0,0-1 0,1 0 0,10 12 0,-14-20 0,1 1 0,-1 0 0,1-1 0,0 0 0,0 0 0,0 0 0,0-1 0,0 0 0,0 0 0,1 0 0,-1 0 0,1-1 0,-1 0 0,1 0 0,0-1 0,0 0 0,6 0 0,8 0-120,-9 1 171,-1-1 0,1-1-1,0 0 1,13-3 0,-22 4-109,1-1 0,-1 1 1,0-1-1,0 0 0,0 0 1,0 0-1,0 0 0,0 0 1,0-1-1,0 1 1,0 0-1,-1-1 0,1 1 1,-1-1-1,1 0 0,-1 0 1,1 0-1,-1 1 0,0-1 1,0 0-1,0-1 1,0 1-1,0 0 0,-1 0 1,2-3-1,0-11-6768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18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24575,'1'25'0,"2"-1"0,1 0 0,9 36 0,-6-34 0,-1 0 0,3 44 0,-9 248 0,-1-269 0,1-57 0,0 0 0,0-1 0,0 1 0,1 0 0,0 0 0,1 0 0,0 0 0,0 1 0,0-1 0,1 0 0,1 1 0,-1-1 0,1 1 0,0 0 0,1 1 0,-1-1 0,1 1 0,1 0 0,-1 0 0,1 0 0,0 1 0,13-10 0,12-10 0,-20 15 0,1 0 0,1 1 0,-1 0 0,1 1 0,19-9 0,-29 16 0,0-1 0,1 1 0,-1 0 0,1 0 0,-1 1 0,1-1 0,0 1 0,-1 0 0,1 0 0,-1 0 0,1 0 0,0 1 0,-1-1 0,1 1 0,-1 0 0,1 0 0,-1 0 0,0 0 0,1 1 0,-1 0 0,0-1 0,0 1 0,0 0 0,0 1 0,0-1 0,-1 0 0,1 1 0,2 3 0,0 0 0,-1 0 0,0 0 0,0 1 0,-1 0 0,1 0 0,-2 0 0,1 0 0,-1 0 0,0 0 0,0 1 0,-1-1 0,0 1 0,0-1 0,-1 1 0,0 0 0,0-1 0,-1 1 0,0-1 0,0 1 0,-1-1 0,0 1 0,0-1 0,-1 0 0,0 0 0,0 0 0,-1 0 0,-7 10 0,-1-5 12,0-1 0,0 0 0,-1-1 0,-1-1 0,1 0 0,-2-1 0,1 0 0,-1-1 0,-26 8 0,17-7-260,0-2 1,-1-1-1,1-1 1,-1-2-1,-42 1 1,46-4-6579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18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54 24575,'0'-3'0,"0"1"0,-1 0 0,1 0 0,0-1 0,-1 1 0,1 0 0,-1 0 0,0 0 0,0-1 0,0 1 0,0 0 0,0 0 0,0 0 0,-1 1 0,1-1 0,-1 0 0,1 0 0,-1 1 0,1-1 0,-1 1 0,0-1 0,0 1 0,0 0 0,0 0 0,0 0 0,0 0 0,0 0 0,0 0 0,0 1 0,-1-1 0,1 0 0,0 1 0,0 0 0,-1 0 0,1 0 0,0 0 0,-4 0 0,1 0 0,1 0 0,0 1 0,-1-1 0,1 1 0,0 0 0,0 0 0,0 0 0,-1 1 0,1-1 0,0 1 0,1 0 0,-1 0 0,0 0 0,1 1 0,-1 0 0,1-1 0,0 1 0,0 0 0,-4 5 0,-2 9 0,1 1 0,1-1 0,1 1 0,0 1 0,1-1 0,1 1 0,1 0 0,1 0 0,1 0 0,0 0 0,1 0 0,1 0 0,1 0 0,1 0 0,10 37 0,-12-53 0,0 0 0,0-1 0,0 1 0,1-1 0,-1 1 0,1-1 0,-1 1 0,1-1 0,0 0 0,0 1 0,0-1 0,0 0 0,1-1 0,-1 1 0,0 0 0,1-1 0,0 1 0,-1-1 0,1 0 0,0 0 0,-1 0 0,1 0 0,0 0 0,0 0 0,0-1 0,0 0 0,0 1 0,0-1 0,0 0 0,5-1 0,-2 1 0,-1-1 0,1 0 0,-1 0 0,1 0 0,-1-1 0,1 1 0,-1-1 0,0-1 0,0 1 0,0-1 0,0 0 0,0 0 0,-1 0 0,1-1 0,5-5 0,27-26 0,6-8 0,-32 29-1365,-1 3-5461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18.1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1:18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24575,'3'0'0,"6"0"0,4 0 0,-1 0-8191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26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0 24575,'-13'14'0,"1"1"0,1 0 0,0 1 0,2 0 0,-1 0 0,2 1 0,0 0 0,-10 35 0,10-25 0,2 0 0,0 1 0,2-1 0,1 1 0,2 39 0,2-54 0,1-1 0,1 0 0,0 0 0,0 0 0,2 0 0,-1-1 0,1 0 0,1 1 0,0-2 0,1 1 0,13 16 0,12 12 0,54 51 0,-84-89 0,23 24 0,2-1 0,53 37 0,-69-53 0,1-1 0,1-1 0,-1 0 0,1-1 0,0 0 0,0-1 0,0-1 0,1 0 0,-1 0 0,20 0 0,19-3-1365,-31-1-5461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0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0 590 24575,'1'5'0,"0"-1"0,-1 1 0,2-1 0,-1 0 0,0 1 0,1-1 0,0 0 0,0 0 0,0 0 0,0 0 0,1-1 0,5 7 0,40 40 0,-42-44 0,19 17 0,0-1 0,33 21 0,-48-36 0,1-1 0,0 0 0,0-1 0,0 0 0,1 0 0,-1-1 0,1-1 0,0 0 0,15 1 0,-26-3 0,0-1 0,0 0 0,0 0 0,0 0 0,0 1 0,0-1 0,0 0 0,0 0 0,0 0 0,0-1 0,0 1 0,-1 0 0,1 0 0,0 0 0,0-1 0,0 1 0,0 0 0,0-1 0,0 1 0,-1-1 0,1 1 0,0-1 0,0 1 0,-1-1 0,1 0 0,0 1 0,-1-1 0,1 0 0,-1 0 0,1 1 0,-1-1 0,1 0 0,-1 0 0,1 0 0,-1 0 0,0 0 0,0 1 0,1-1 0,-1 0 0,0 0 0,0 0 0,0 0 0,0 0 0,0 0 0,0 0 0,0 0 0,0 0 0,0 0 0,-1 0 0,1 1 0,0-1 0,0 0 0,-1 0 0,1 0 0,-1 0 0,1 0 0,-1 1 0,0-2 0,-33-54 0,33 54 0,-57-71 0,39 51 0,1-1 0,1 0 0,1-2 0,-16-31 0,28 47 0,0-1 0,1 1 0,0-1 0,1 0 0,0 0 0,1 0 0,0 0 0,0 0 0,1 0 0,0 0 0,1 0 0,0 0 0,1 0 0,0 0 0,0 0 0,6-13 0,-2 7 0,1-1 0,1 1 0,0 1 0,2 0 0,0 0 0,0 1 0,1 0 0,1 0 0,0 1 0,1 1 0,0 0 0,1 1 0,0 1 0,28-16 0,-2 6 0,1 2 0,1 2 0,0 2 0,74-15 0,-27 4-1365,-71 21-5461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1.7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1 152 24575,'0'-3'0,"0"-9"0,-1 0 0,2-1 0,0 1 0,1 0 0,0 0 0,5-17 0,-6 26 0,1 0 0,-1 0 0,1 0 0,0 1 0,0-1 0,0 1 0,0-1 0,0 1 0,1-1 0,-1 1 0,1 0 0,-1 0 0,1 1 0,0-1 0,0 0 0,-1 1 0,1-1 0,0 1 0,1 0 0,-1 0 0,0 1 0,0-1 0,0 0 0,1 1 0,-1 0 0,0 0 0,0 0 0,1 0 0,3 1 0,-1 0 0,-1 0 0,1 0 0,-1 1 0,1 0 0,-1 0 0,0 0 0,0 1 0,0-1 0,0 1 0,0 0 0,-1 1 0,1-1 0,-1 1 0,0 0 0,0 0 0,0 0 0,-1 1 0,0-1 0,1 1 0,-1 0 0,-1 0 0,3 6 0,-2-6 0,-1 0 0,1 0 0,-1 0 0,-1 0 0,1 1 0,-1-1 0,0 0 0,0 1 0,-1 0 0,0-1 0,1 1 0,-2-1 0,1 1 0,-1-1 0,0 1 0,0-1 0,0 1 0,-1-1 0,0 0 0,0 0 0,0 0 0,-4 7 0,-1-5 0,0 1 0,-1-1 0,1-1 0,-2 1 0,1-1 0,0 0 0,-1-1 0,0 0 0,0-1 0,-14 6 0,-21 10 0,44-20 0,0 0 0,-1 0 0,1 0 0,0 0 0,-1 0 0,1 0 0,0 0 0,0 0 0,-1 0 0,1 1 0,0-1 0,-1 0 0,1 0 0,0 0 0,0 0 0,-1 0 0,1 1 0,0-1 0,0 0 0,0 0 0,-1 0 0,1 1 0,0-1 0,0 0 0,0 0 0,0 1 0,-1-1 0,1 0 0,0 1 0,0-1 0,0 0 0,0 0 0,0 1 0,0-1 0,0 0 0,0 1 0,0-1 0,0 0 0,0 0 0,0 1 0,0-1 0,0 0 0,0 1 0,0-1 0,0 0 0,0 1 0,0-1 0,1 1 0,18 5 0,27-3 0,13-5 0,-43 0 0,0 1 0,0 0 0,0 2 0,0 0 0,0 1 0,17 3 0,-32-4-42,0-1-1,1 1 0,-1 0 1,1-1-1,-1 1 0,0 0 1,0 0-1,1 0 0,-1 0 1,0 0-1,0 0 0,0 0 1,0 1-1,0-1 0,0 0 1,-1 0-1,1 1 0,0-1 1,-1 0-1,1 1 0,-1-1 1,1 1-1,-1-1 0,1 1 1,-1-1-1,0 1 0,0-1 1,0 1-1,0-1 0,0 1 1,-1 2-1,-1 17-6783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2.6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73 24575,'0'-9'0,"2"-29"0,-2 36 0,0 1 0,0 0 0,0 0 0,1 0 0,-1-1 0,0 1 0,1 0 0,-1 0 0,1 0 0,0 0 0,-1 0 0,1 0 0,0 0 0,-1 0 0,1 0 0,0 0 0,0 0 0,0 1 0,0-1 0,0 0 0,0 0 0,0 1 0,0-1 0,0 1 0,2-1 0,-2 1 0,0 0 0,1 0 0,-1 1 0,0-1 0,0 1 0,0-1 0,0 1 0,0-1 0,0 1 0,0 0 0,0-1 0,0 1 0,0 0 0,-1 0 0,1 0 0,0 0 0,0 0 0,-1 0 0,1 0 0,0 1 0,15 25 0,-14-24 0,1 4 0,0-1 0,-1 1 0,0 0 0,0-1 0,0 1 0,-1 0 0,0 0 0,-1 1 0,1-1 0,-1 0 0,-1 0 0,1 0 0,-1 0 0,-1 0 0,1 0 0,-1 0 0,0-1 0,-1 1 0,1 0 0,-1-1 0,-1 0 0,1 1 0,-1-1 0,-6 7 0,-2 3 0,-1-1 0,0 0 0,-1 0 0,-1-2 0,0 0 0,-1 0 0,-27 15 0,39-26-136,0 1-1,0-2 1,0 1-1,0 0 1,0-1-1,0 0 1,-1 0-1,1 0 0,-5 0 1,-10-1-6690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3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279 153 24575,'0'-18'0,"1"8"0,-1-1 0,0 1 0,-1 0 0,0-1 0,0 1 0,-6-17 0,5 24 0,1 0 0,-1 0 0,1 0 0,-1 1 0,0-1 0,0 1 0,-1-1 0,1 1 0,0 0 0,-1 0 0,1 0 0,-1 0 0,0 0 0,0 0 0,1 1 0,-1-1 0,0 1 0,0 0 0,-1 0 0,1 0 0,0 1 0,0-1 0,0 1 0,-1-1 0,1 1 0,-3 0 0,-2 0 0,0-1 0,1 2 0,-1-1 0,1 1 0,-1 0 0,1 0 0,-1 1 0,1 0 0,0 0 0,0 1 0,0 0 0,0 0 0,0 1 0,1 0 0,-1 0 0,1 0 0,0 1 0,-6 6 0,6-4 0,0 0 0,1 1 0,0-1 0,0 1 0,0 0 0,1 1 0,1-1 0,-1 1 0,2-1 0,-1 1 0,1 0 0,0 0 0,1 0 0,-1 16 0,0 18 0,3 0 0,1 0 0,8 46 0,-7-70 0,2-1 0,0 1 0,0-1 0,2 0 0,0-1 0,2 0 0,0 0 0,0 0 0,17 20 0,-25-34 0,1-1 0,0 0 0,0 0 0,-1 0 0,1 0 0,0 0 0,1-1 0,-1 1 0,0 0 0,0-1 0,1 0 0,-1 1 0,1-1 0,-1 0 0,1 0 0,0-1 0,-1 1 0,1-1 0,0 1 0,-1-1 0,1 0 0,5 0 0,-4-1 0,1 0 0,-1-1 0,0 1 0,0-1 0,0 0 0,0 0 0,0 0 0,0-1 0,0 0 0,-1 1 0,1-1 0,4-6 0,6-8 0,0 0 0,-1-1 0,-1 0 0,15-33 0,-20 37 0,-2 0 0,0-1 0,-1 1 0,0-1 0,-1 0 0,2-29 0,-6-95 0,-1 58 0,2 77-94,-3-36 320,3 38-276,0 1 0,0 0 0,0 0 0,0 0 1,0 0-1,-1 0 0,1 0 0,0 0 0,-1-1 0,1 1 0,-1 0 0,1 0 0,-1 0 0,1 1 1,-1-1-1,0 0 0,1 0 0,-1 0 0,0 0 0,0 0 0,0 1 0,0-1 0,1 0 0,-1 1 0,0-1 1,0 1-1,0-1 0,0 1 0,-2-1 0,-5 3-6776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4.6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330 0 24575,'4'0'0,"0"1"0,0 0 0,0 0 0,0 0 0,0 0 0,0 1 0,0-1 0,0 1 0,-1 0 0,1 0 0,-1 0 0,1 1 0,-1-1 0,4 4 0,43 49 0,-31-33 0,-3-4 0,-1 1 0,0 1 0,-1 0 0,-2 0 0,0 2 0,-1-1 0,-1 2 0,-1-1 0,-1 1 0,-1 0 0,-1 1 0,-1 0 0,-1 0 0,-2 0 0,0 0 0,-1 0 0,-2 1 0,0-1 0,-1 0 0,-2 0 0,-1 0 0,0 0 0,-2-1 0,-14 34 0,5-23 0,-2 0 0,-2-2 0,-1 0 0,-1-1 0,-2-1 0,0-1 0,-3-2 0,0 0 0,-1-2 0,-33 22 0,47-37 0,0-1 0,0-1 0,-1 0 0,0-1 0,-1-1 0,1 0 0,-1-1 0,-1-1 0,1 0 0,0-1 0,-1-1 0,-21 0 0,11 0-1365,4 2-5461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6.7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325 40 24575,'0'-1'0,"0"-1"0,0 1 0,0-1 0,0 0 0,0 1 0,0-1 0,-1 1 0,1-1 0,-1 1 0,1-1 0,-1 1 0,0-1 0,1 1 0,-1-1 0,0 1 0,0 0 0,0-1 0,0 1 0,0 0 0,0 0 0,-1 0 0,1 0 0,0 0 0,0 0 0,-1 0 0,1 0 0,-1 1 0,1-1 0,-1 0 0,1 1 0,-1-1 0,1 1 0,-1 0 0,1-1 0,-1 1 0,0 0 0,1 0 0,-1 0 0,1 0 0,-1 0 0,0 1 0,1-1 0,-1 0 0,-1 1 0,-5 1 0,0 0 0,0 0 0,1 0 0,-1 1 0,1 0 0,-1 1 0,-10 6 0,-1 4 0,0 1 0,1 0 0,1 2 0,0 0 0,2 0 0,0 2 0,1 0 0,-14 23 0,22-32 0,1 0 0,-1 1 0,2 0 0,0-1 0,0 2 0,1-1 0,0 0 0,1 1 0,0-1 0,1 1 0,0-1 0,1 1 0,0 0 0,1 0 0,0-1 0,1 1 0,0-1 0,6 17 0,-5-23 5,-1-1-1,1 1 0,0-1 1,0 0-1,0 0 0,1 0 1,-1 0-1,1-1 1,0 1-1,0-1 0,0 0 1,1 0-1,-1 0 0,1-1 1,-1 0-1,1 0 1,0 0-1,0 0 0,0-1 1,0 0-1,10 2 0,10 0-223,1-1-1,0-1 0,28-2 1,-35 0-364,-1 1-6243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7.5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1 108 24575,'3'-3'0,"5"-2"0,9 0 0,4 2 0,-1-3 0,4-1 0,0-2 0,1 0 0,3-1 0,0 0 0,-1-2 0,-2 2 0,-1 2 0,-1 3 0,-1 1 0,-1 3 0,-3 0-8191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8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1 175 24575,'3'-4'0,"5"-4"0,9-9 0,4-4 0,3-3 0,4 0 0,1-1 0,-1 5 0,3 6 0,-2 5 0,-1 3 0,-2 4 0,-5 2-8191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39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260 1 24575,'-4'2'0,"1"0"0,0 0 0,0 1 0,0-1 0,1 1 0,-1 0 0,1 0 0,-1 0 0,-2 4 0,-2 2 0,-12 12 0,-21 24 0,-34 49 0,63-77 0,0 1 0,1 0 0,1 0 0,0 1 0,2 1 0,-10 34 0,12-30 0,1 1 0,1-1 0,1 1 0,1-1 0,1 1 0,2-1 0,0 1 0,1-1 0,8 26 0,-9-41 0,1 1 0,0-1 0,0 0 0,1 0 0,0 0 0,1 0 0,0-1 0,1 1 0,-1-2 0,1 1 0,1 0 0,0-1 0,0 0 0,0-1 0,1 0 0,-1 0 0,2 0 0,-1-1 0,1 0 0,-1-1 0,1 0 0,0 0 0,1-1 0,-1 0 0,11 1 0,56 12-5,-37-8-675,71 8 0,-89-16-6146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41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236 42 24575,'-1'-2'0,"1"1"0,-1-1 0,0 0 0,0 1 0,0-1 0,0 1 0,0-1 0,0 1 0,0-1 0,0 1 0,0 0 0,-1-1 0,1 1 0,-1 0 0,1 0 0,-1 0 0,1 0 0,-1 0 0,0 1 0,1-1 0,-1 0 0,0 1 0,1-1 0,-3 0 0,-44-10 0,44 11 0,-1-1 0,1 1 0,0 0 0,-1 0 0,1 1 0,0-1 0,-1 1 0,1 0 0,0 0 0,0 0 0,-1 1 0,1-1 0,0 1 0,1 0 0,-1 0 0,0 0 0,1 1 0,-6 4 0,4-2 0,-1 1 0,1 0 0,0 1 0,1-1 0,0 1 0,0 0 0,0 0 0,1 0 0,-4 12 0,1 2 0,0 0 0,2 1 0,1-1 0,0 1 0,2 0 0,2 36 0,1-44 0,0 0 0,1 0 0,1-1 0,0 0 0,0 1 0,2-2 0,0 1 0,0 0 0,1-1 0,0-1 0,1 1 0,11 11 0,-3-4 0,2-1 0,0-1 0,1-1 0,1 0 0,41 24 0,-57-37 0,0-1 0,1 1 0,-1-1 0,1 0 0,0-1 0,-1 1 0,1-1 0,0 0 0,0 0 0,0 0 0,0-1 0,0 0 0,0 0 0,0 0 0,0 0 0,5-2 0,-7 1 0,0 0 0,1-1 0,-1 1 0,0-1 0,0 0 0,0 0 0,0 0 0,0 0 0,-1-1 0,1 1 0,-1-1 0,1 1 0,-1-1 0,0 0 0,0 0 0,0 0 0,-1 0 0,1 0 0,-1-1 0,1 1 0,-1 0 0,1-7 0,5-14 0,0-1 0,-2 0 0,-1 0 0,-1 0 0,-2 0 0,0-1 0,-1 1 0,-8-46 0,2 31-117,3 17 199,-2 0 1,-8-27 0,11 43-219,-1 0 0,0 0 0,-1 0 0,1 1 0,-1-1 0,-1 1 0,1 0 0,-1 0 0,0 0 0,-11-9 0,4 6-6690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41.8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107 4 24575,'-25'-3'0,"10"3"0,25 18 0,-2-8 0,0 0 0,0 0 0,-1 1 0,0 0 0,-1 1 0,0-1 0,-1 1 0,5 17 0,-8-22 0,-1 0 0,0-1 0,-1 1 0,1 0 0,-1 0 0,-1 0 0,1-1 0,-1 1 0,0 0 0,-1 0 0,1-1 0,-1 1 0,-1-1 0,1 0 0,-1 1 0,0-1 0,-7 9 0,3-3-151,-2 0-1,1-1 0,-2 1 0,0-2 1,0 1-1,0-1 0,-2-1 1,-19 13-1,21-17-6674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43.0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2 646 24575,'-1'-2'0,"1"-1"0,0 1 0,0 0 0,0 0 0,0 0 0,1 0 0,-1-1 0,1 1 0,-1 0 0,1 0 0,0 0 0,-1 0 0,1 0 0,0 0 0,0 1 0,1-1 0,-1 0 0,0 0 0,1 1 0,-1-1 0,1 1 0,-1-1 0,1 1 0,0-1 0,1 0 0,0 1 0,0 0 0,0 1 0,0-1 0,0 1 0,0 0 0,0-1 0,0 1 0,0 1 0,0-1 0,0 0 0,0 1 0,0 0 0,0-1 0,0 1 0,0 0 0,0 1 0,4 2 0,37 20 0,69 50 0,-70-44 0,66 35 0,-96-58 0,-5-2 0,0-1 0,0 0 0,1-1 0,0 0 0,15 4 0,-22-7 0,0 0 0,-1 1 0,1-1 0,-1 0 0,1-1 0,-1 1 0,1 0 0,-1 0 0,1-1 0,-1 1 0,1-1 0,-1 1 0,1-1 0,-1 0 0,0 1 0,1-1 0,-1 0 0,0 0 0,0 0 0,1 0 0,-1 0 0,0 0 0,0 0 0,0-1 0,0 1 0,-1 0 0,1-1 0,0 1 0,0 0 0,-1-1 0,1 1 0,-1-1 0,1 1 0,-1-1 0,0 1 0,1-1 0,-1 1 0,0-1 0,0 1 0,-1-4 0,3-43 0,-2-1 0,-13-93 0,6 89 0,3 0 0,2-65 0,4 108 0,0 1 0,0-1 0,1 1 0,0-1 0,0 1 0,1 0 0,1 0 0,-1 1 0,1-1 0,1 1 0,0 0 0,0 0 0,7-7 0,6-4 0,0 1 0,1 1 0,39-26 0,-46 35 0,0 1 0,1 0 0,0 0 0,0 2 0,1 0 0,0 0 0,0 2 0,0 0 0,24-2 0,6 3 0,85 8 0,-77-1 0,54-4 0,-93-2-170,0-2-1,0 0 0,-1-1 1,0 0-1,1-1 0,-1-1 1,20-11-1,-15 7-6655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44.0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88 24575,'1'-4'0,"-1"1"0,1 0 0,0 0 0,0-1 0,0 1 0,0 0 0,0 0 0,1 0 0,-1 0 0,1 0 0,0 1 0,0-1 0,0 0 0,0 1 0,1-1 0,-1 1 0,0 0 0,1 0 0,0 0 0,0 0 0,-1 0 0,1 1 0,0-1 0,0 1 0,0 0 0,4-1 0,6-3 0,1 1 0,-1 1 0,0 0 0,28-2 0,-28 4 0,0 1 0,0 0 0,0 1 0,0 1 0,0 0 0,0 0 0,0 2 0,0-1 0,-1 2 0,17 7 0,-25-10 0,0 0 0,0 1 0,-1-1 0,1 1 0,-1 0 0,1 0 0,-1 0 0,0 0 0,0 1 0,-1-1 0,1 1 0,-1-1 0,1 1 0,-1 0 0,0 0 0,-1 0 0,1 1 0,-1-1 0,0 0 0,0 0 0,0 1 0,0-1 0,-1 1 0,0-1 0,0 0 0,0 1 0,0-1 0,-1 1 0,1-1 0,-1 1 0,0-1 0,-1 0 0,-2 7 0,-1 0 0,0-1 0,0 1 0,-1-1 0,0-1 0,-1 1 0,0-1 0,-1 0 0,0-1 0,0 0 0,-12 9 0,-16 10 0,-50 30 0,43-30 0,17-13 0,-8 7 0,64-16 0,32-10-131,77-16 1,-93 13-974,-8 2-5722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45.1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54 24575,'-1'-2'0,"1"0"0,0-1 0,0 1 0,0-1 0,1 1 0,-1-1 0,1 1 0,-1-1 0,1 1 0,0 0 0,0-1 0,0 1 0,0 0 0,0 0 0,0 0 0,1 0 0,-1 0 0,1 0 0,3-4 0,-4 6 0,2-1 0,-1 0 0,0 0 0,0 1 0,0-1 0,0 1 0,0 0 0,0 0 0,0 0 0,1 0 0,-1 0 0,0 0 0,0 0 0,0 1 0,0-1 0,0 1 0,0-1 0,0 1 0,0 0 0,0 0 0,0 0 0,0 0 0,2 2 0,14 8 0,0 1 0,-1 1 0,-1 0 0,0 1 0,-1 1 0,0 1 0,18 25 0,5 13 0,33 62 0,-53-85 0,-2 0 0,-1 0 0,-1 2 0,9 36 0,-19-57 0,-2 0 0,1 0 0,-2 0 0,0 0 0,0 0 0,-1 0 0,0 1 0,-1-1 0,-1 0 0,0 0 0,0 0 0,-1 0 0,-1 0 0,0-1 0,-7 14 0,-22 30 0,-3-1 0,-3-2 0,-54 58 0,41-50 0,18-19 0,15-16 0,0-1 0,-2-1 0,-1-1 0,-1-1 0,-37 27 0,58-47 3,1 0 0,-1 0 0,0 0-1,0 0 1,0 0 0,0 0 0,1-1-1,-1 1 1,0-1 0,0 1 0,0-1 0,0 0-1,-1 0 1,1 0 0,0 0 0,0 0-1,0 0 1,0 0 0,0-1 0,0 1 0,0-1-1,1 0 1,-1 1 0,0-1 0,0 0-1,0 0 1,0 0 0,-1-2 0,-3-2-107,0-1 0,1 0 0,0 0 0,0-1 0,-7-12 0,3 5-718,-10-13-6004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23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408 129 24575,'-1'-4'0,"1"-1"0,0 0 0,-1 0 0,0 0 0,0 1 0,0-1 0,0 0 0,-1 1 0,0-1 0,0 1 0,0 0 0,-1 0 0,1-1 0,-1 1 0,0 1 0,0-1 0,-6-5 0,3 4 0,0 1 0,0 0 0,0 0 0,-1 0 0,1 0 0,-1 1 0,0 1 0,0-1 0,0 1 0,-14-3 0,12 4 0,0-1 0,0 1 0,-1 1 0,1 0 0,0 0 0,0 1 0,-1 0 0,1 0 0,0 1 0,0 0 0,0 1 0,1 0 0,-1 0 0,0 1 0,1 0 0,0 1 0,0 0 0,0 0 0,-7 7 0,5 0 0,0 0 0,1 0 0,0 2 0,0-1 0,2 1 0,0 0 0,0 0 0,1 1 0,1 0 0,1 0 0,-4 19 0,3-3 0,2 0 0,1 0 0,1 1 0,6 51 0,-5-81 2,1 1 0,-1-1 0,1 1 0,0-1 0,-1 0 0,1 1 0,0-1 0,0 0-1,1 0 1,-1 0 0,0 0 0,1 0 0,-1 0 0,1 0 0,0 0 0,-1-1 0,1 1 0,0-1-1,0 1 1,0-1 0,0 1 0,1-1 0,-1 0 0,0 0 0,0 0 0,1-1 0,-1 1 0,0 0 0,1-1-1,4 1 1,8 0-75,0 0-1,0-1 0,0 0 1,16-4-1,2 2-982,-10 1-5770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24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0 115 24575,'4'0'0,"4"0"0,9-4 0,4-1 0,3-3 0,4 0 0,2-7 0,1-3 0,1 0 0,-3 1 0,-2 2 0,-5 8 0,-8 9 0,-5 7 0,-4 2-8191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24.8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0 130 24575,'1'-2'0,"-1"0"0,1-1 0,-1 1 0,1 0 0,0 0 0,0 0 0,0 0 0,0 1 0,1-1 0,-1 0 0,0 0 0,1 1 0,-1-1 0,1 0 0,0 1 0,-1 0 0,1-1 0,3-1 0,38-21 0,-38 22 0,20-10 0,1 2 0,0 0 0,0 1 0,1 2 0,1 1 0,-1 1 0,1 1 0,0 1 0,41 2 0,-6 2-1365,-45 0-5461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46.8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49 24575,'4'0'0,"4"0"0,5 0 0,4 0 0,-2 4 0,1 1 0,2-1 0,0 0 0,1-2 0,2 0 0,-1-1 0,2-5 0,-1-4 0,-3-8 0,-2-6 0,-2 2-8191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08.3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302 21 24575,'-1'-2'0,"1"1"0,-1 0 0,0 0 0,1-1 0,-1 1 0,0 0 0,0 0 0,0 0 0,0 0 0,0 0 0,-1 0 0,1 0 0,0 0 0,0 1 0,-1-1 0,1 0 0,0 1 0,-1-1 0,1 1 0,0-1 0,-1 1 0,1 0 0,-1 0 0,1 0 0,-1-1 0,1 1 0,-1 0 0,1 1 0,-2-1 0,-46 2 0,38 0 0,0 1 0,0 0 0,1 1 0,-1 0 0,1 1 0,-1 0 0,1 0 0,1 1 0,-1 1 0,1-1 0,0 1 0,1 1 0,0 0 0,0 0 0,0 1 0,1 0 0,1 0 0,-1 0 0,1 1 0,1 0 0,0 0 0,0 1 0,1-1 0,1 1 0,0 0 0,0 0 0,1 0 0,0 0 0,0 17 0,0 23 0,7 66 0,-5-115 0,0 0 0,0-1 0,0 1 0,0 0 0,0-1 0,1 1 0,-1 0 0,1-1 0,-1 1 0,1-1 0,0 1 0,-1-1 0,1 1 0,0-1 0,0 1 0,0-1 0,0 0 0,0 1 0,1-1 0,-1 0 0,0 0 0,3 2 0,-2-3 0,-1 0 0,1 1 0,0-1 0,0 0 0,0 0 0,-1 0 0,1 0 0,0 0 0,0-1 0,0 1 0,-1 0 0,1-1 0,0 1 0,0-1 0,-1 0 0,1 0 0,1-1 0,9-5 0,-1 0 0,-1-1 0,1-1 0,12-13 0,-21 20 0,130-140 0,-116 122 0,0-1 0,-2 0 0,0-1 0,-1-1 0,14-36 0,-17 11 0,-10 49 0,-1 26 0,-1 51 0,-1-35 0,2 0 0,2-1 0,12 83 0,-11-116 0,0 0 0,1 0 0,0 0 0,0-1 0,1 1 0,0-1 0,1 0 0,-1 0 0,10 11 0,-10-15 0,0 0 0,-1-1 0,1 0 0,1 0 0,-1 0 0,0 0 0,1-1 0,-1 0 0,1 0 0,0 0 0,0 0 0,0-1 0,-1 0 0,2 0 0,-1 0 0,0 0 0,0-1 0,8 0 0,-10 0-71,5 0-188,1 0 0,-1-1 0,0 0 1,16-4-1,-10-1-6567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09.1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24575,'7'0'0,"7"0"0,3 0 0,4 0 0,4 0 0,2 0 0,0 0 0,3 0 0,0 0 0,-2 0 0,-2 0 0,-2 0 0,-1 4 0,-1 1 0,-5-1-8191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0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 24575,'3'0'0,"5"0"0,5-3 0,4-2 0,2 0 0,5 1 0,3 2 0,0 0 0,-2 1 0,0 1 0,-2 0 0,0 0 0,-2 0 0,-3 4 0,-5 1-8191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3.9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1 24575,'-3'0'0,"1"1"0,-1 0 0,0 0 0,0 0 0,0 0 0,1 0 0,-1 0 0,1 1 0,-1 0 0,1-1 0,-1 1 0,1 0 0,0 0 0,0 0 0,0 0 0,0 1 0,0-1 0,1 0 0,-1 1 0,-2 4 0,-23 56 0,17-16 0,1 0 0,2 0 0,3 1 0,1 0 0,3 0 0,6 60 0,-3-85 0,1-1 0,0 1 0,2-1 0,0 0 0,2-1 0,0 1 0,1-2 0,2 1 0,19 29 0,-19-33 0,1-1 0,1 0 0,0 0 0,1-2 0,1 1 0,0-2 0,1 0 0,0-1 0,1 0 0,34 16 0,-42-24 0,0-1 0,0 0 0,1 0 0,-1-1 0,0 0 0,1 0 0,10-1 0,-18-1 0,0 1 0,0-1 0,0-1 0,0 1 0,0 0 0,0 0 0,0-1 0,0 1 0,0-1 0,-1 1 0,1-1 0,0 0 0,0 0 0,0 0 0,-1 0 0,1 0 0,-1 0 0,1 0 0,-1-1 0,1 1 0,-1 0 0,0-1 0,1 1 0,-1-1 0,0 0 0,0 1 0,0-1 0,0 0 0,-1 0 0,1 1 0,0-1 0,-1 0 0,1 0 0,-1 0 0,0 0 0,0 0 0,1 0 0,-1 0 0,-1-3 0,-4-44-1365,2 27-5461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4.8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239 104 24575,'-19'-19'0,"-1"2"0,0 0 0,-36-23 0,54 39 0,0-1 0,-1 1 0,1 0 0,0 0 0,-1 0 0,0 0 0,1 0 0,-1 1 0,1-1 0,-1 1 0,0-1 0,1 1 0,-1 0 0,0 0 0,1 0 0,-1 1 0,0-1 0,1 1 0,-1-1 0,0 1 0,1 0 0,-1 0 0,1 0 0,0 0 0,-1 0 0,1 1 0,0-1 0,0 1 0,-1 0 0,1-1 0,1 1 0,-1 0 0,0 0 0,0 0 0,1 0 0,-1 1 0,1-1 0,-1 0 0,1 1 0,0-1 0,-1 6 0,-4 5 0,2 1 0,0-1 0,0 1 0,1 0 0,1 1 0,-1 22 0,2-15 0,-1 32 0,8 89 0,-5-128 0,1-1 0,1 0 0,0 0 0,1 0 0,1 0 0,0-1 0,1 1 0,0-2 0,1 1 0,0 0 0,13 15 0,-18-25 0,0-1 0,0 1 0,1-1 0,-1 1 0,1-1 0,-1 0 0,1 0 0,0 0 0,0 0 0,0 0 0,0-1 0,0 1 0,0-1 0,0 0 0,0 0 0,0 0 0,1 0 0,-1-1 0,0 1 0,1-1 0,-1 0 0,1 0 0,-1 0 0,0 0 0,1-1 0,-1 0 0,0 1 0,1-1 0,-1 0 0,0 0 0,0-1 0,0 1 0,0-1 0,0 1 0,4-5 0,0 1 0,-1 0 0,1-1 0,-2 0 0,1 0 0,-1-1 0,0 0 0,0 0 0,-1 0 0,1 0 0,-2-1 0,1 0 0,-1 1 0,3-12 0,2-22 0,-2 0 0,2-59 0,-6 59 0,7-22 0,-6 53 0,0-1 0,-2 1 0,1-1 0,-1 0 0,-1 1 0,0-1 0,0 0 0,-1 1 0,0-1 0,-1 0 0,-6-17 0,8 27-29,0 0-1,0 0 0,-1 0 1,1 0-1,0 0 0,-1 0 0,1 0 1,-1 0-1,1 0 0,-1 0 1,0 0-1,1 1 0,-1-1 1,0 0-1,0 0 0,1 0 1,-1 1-1,0-1 0,0 1 1,0-1-1,0 1 0,0-1 1,0 1-1,0-1 0,0 1 1,0 0-1,0-1 0,0 1 1,0 0-1,0 0 0,0 0 0,0 0 1,0 0-1,0 0 0,0 0 1,-1 0-1,1 0 0,0 1 1,0-1-1,0 0 0,0 1 1,0-1-1,0 1 0,0-1 1,-1 2-1,-11 10-6796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5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0 24575,'0'14'0,"0"36"0,0-48 0,0-1 0,0 1 0,0-1 0,-1 0 0,1 1 0,0-1 0,0 0 0,-1 1 0,1-1 0,-1 0 0,1 0 0,-1 1 0,0-1 0,0 0 0,1 0 0,-1 0 0,0 0 0,0 0 0,0 0 0,0 0 0,0 0 0,0 0 0,0 0 0,0-1 0,-1 1 0,1 0 0,-2 0 0,3-1 0,-1 0 0,1 0 0,0 0 0,-1 0 0,1 0 0,0 0 0,0 0 0,-1 0 0,1 0 0,0 0 0,-1 0 0,1 0 0,0 0 0,0-1 0,-1 1 0,1 0 0,0 0 0,0 0 0,-1 0 0,1-1 0,0 1 0,0 0 0,0 0 0,-1 0 0,1-1 0,0 1 0,0 0 0,0 0 0,0-1 0,0 1 0,-1 0 0,1 0 0,0-1 0,0 1 0,0 0 0,0-1 0,0 1 0,0 0 0,0 0 0,0-1 0,0 1 0,0 0 0,0-1 0,0 1 0,0 0 0,0 0 0,0-1 0,1 1 0,-1 0 0,0 0 0,0-1 0,0 1 0,0 0 0,0 0 0,1-1 0,-1 1 0,0 0 0,0 0 0,0 0 0,1-1 0,-1 1 0,1-1 0,0 0 0,-1 1 0,1-1 0,0 1 0,-1 0 0,1-1 0,0 1 0,-1-1 0,1 1 0,0 0 0,0 0 0,-1-1 0,1 1 0,0 0 0,0 0 0,0 0 0,-1 0 0,1 0 0,0 0 0,0 0 0,0 0 0,-1 0 0,1 1 0,0-1 0,0 0 0,0 0 0,-1 1 0,1-1 0,0 0 0,-1 1 0,1-1 0,0 1 0,0 0 0,6 5 0,0-1 0,-1 1 0,0 1 0,0-1 0,0 1 0,-1 0 0,0 1 0,-1-1 0,1 1 0,-1 0 0,-1 0 0,5 15 0,-4-13 0,-1 0 0,-1 0 0,0 1 0,0-1 0,-1 1 0,0 0 0,-1-1 0,0 1 0,-1 0 0,-2 13 0,1-20 10,1 1 0,-1-1 0,0 0 0,-1 0 0,1 0 0,-1 0 0,0 0 0,0 0 0,0 0 0,0-1 0,-5 4 0,7-6-50,0 0 0,0 1 0,-1-1-1,1-1 1,0 1 0,0 0 0,-1 0 0,1 0 0,-1-1 0,1 1 0,-1 0-1,1-1 1,-1 0 0,1 1 0,-1-1 0,1 0 0,-1 0 0,0 0-1,1 0 1,-1 0 0,1 0 0,-1 0 0,1 0 0,-1-1 0,0 1-1,1-1 1,-1 1 0,1-1 0,0 1 0,-1-1 0,1 0 0,-1 0 0,1 0-1,0 0 1,0 0 0,-2-1 0,-7-12-6786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6.1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24575,'3'0'0,"6"0"0,7-3 0,6-2 0,2 0 0,4 2 0,-3-4 0,-1 1 0,-2 1 0,-1 1 0,0 1 0,-4-2 0,-5-1-8191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7.0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1 759 24575,'1'4'0,"1"0"0,0 0 0,0 0 0,0-1 0,0 1 0,1-1 0,0 1 0,-1-1 0,1 0 0,0 0 0,1 0 0,4 3 0,3 5 0,107 118 0,-118-128 0,1 0 0,0 0 0,0 0 0,-1 0 0,1 0 0,0 0 0,0 0 0,0-1 0,0 1 0,0 0 0,0-1 0,0 1 0,0-1 0,1 1 0,-1-1 0,0 1 0,0-1 0,0 0 0,1 0 0,-1 1 0,0-1 0,0 0 0,0 0 0,1 0 0,1-1 0,-2 0 0,0 1 0,0-1 0,0 0 0,0-1 0,0 1 0,0 0 0,0 0 0,0 0 0,0 0 0,-1-1 0,1 1 0,0 0 0,-1-1 0,1 1 0,-1-1 0,0 1 0,1-3 0,1-12 0,0 0 0,-1 0 0,-1-16 0,0 22 0,-2-58 0,-2 0 0,-4 0 0,-2 1 0,-4 0 0,-38-114 0,51 177 0,-2-3 0,1 0 0,-1 0 0,2 0 0,-1 0 0,1 0 0,-1-12 0,2 17 0,1 1 0,-1-1 0,0 0 0,1 0 0,-1 0 0,1 1 0,0-1 0,0 0 0,-1 1 0,1-1 0,0 1 0,0-1 0,0 1 0,1-1 0,-1 1 0,0 0 0,0 0 0,1-1 0,-1 1 0,1 0 0,-1 0 0,1 0 0,-1 1 0,1-1 0,0 0 0,-1 0 0,1 1 0,0-1 0,0 1 0,0 0 0,2-1 0,39-8 0,0-1 0,-1-3 0,-1-1 0,0-2 0,68-38 0,-75 35 0,1 2 0,1 2 0,0 1 0,1 2 0,0 2 0,40-7 0,-75 17-54,0-1-1,1 1 0,-1-1 1,0 1-1,0 0 1,1 0-1,-1-1 0,0 2 1,1-1-1,-1 0 1,0 0-1,0 1 0,1-1 1,-1 1-1,0 0 0,0 0 1,0 0-1,0 0 1,0 0-1,0 0 0,0 0 1,0 1-1,0-1 1,1 2-1,6 11-6771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8.0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1 228 24575,'1'-12'0,"1"1"0,0 0 0,1-1 0,1 1 0,0 0 0,0 1 0,1-1 0,0 1 0,1 0 0,0 0 0,1 1 0,0-1 0,0 1 0,1 1 0,0 0 0,1 0 0,-1 0 0,14-7 0,-16 10 0,0 1 0,0 1 0,1-1 0,-1 1 0,1 0 0,0 1 0,0 0 0,0 0 0,0 0 0,0 1 0,0 0 0,1 0 0,7 0 0,-10 2 0,1 0 0,-1 0 0,0 0 0,0 1 0,0-1 0,0 1 0,0 1 0,-1-1 0,1 0 0,-1 1 0,1 0 0,-1 0 0,0 1 0,0-1 0,0 1 0,-1-1 0,1 1 0,-1 1 0,6 8 0,-5-6 0,1 1 0,-1 1 0,0-1 0,-1 1 0,0-1 0,0 1 0,-1 0 0,0 0 0,-1 0 0,0 0 0,0 0 0,-1 0 0,0 0 0,-1 0 0,0 1 0,0-1 0,-1 0 0,-5 15 0,2-9 0,-1-1 0,0-1 0,-1 1 0,0-1 0,-1-1 0,-1 1 0,0-1 0,-1-1 0,0 0 0,-19 17 0,-25 13 0,40-32 0,0 1 0,0 1 0,2 0 0,-1 1 0,1 0 0,-17 24 0,29-36 0,-1 1 0,1 0 0,-1 0 0,1 0 0,0 0 0,0 0 0,-1 0 0,1 0 0,0 0 0,0 0 0,0 0 0,0 0 0,0 0 0,0 0 0,1 0 0,-1 0 0,0 0 0,0 0 0,1 0 0,-1 0 0,0 0 0,1 0 0,-1 0 0,1 0 0,0 0 0,-1 0 0,1-1 0,-1 1 0,1 0 0,0 0 0,0-1 0,0 1 0,-1 0 0,1-1 0,0 1 0,0-1 0,0 1 0,0-1 0,0 0 0,1 1 0,48 17 0,-40-15 0,17 7 0,-19-7 0,0 1 0,0-1 0,0-1 0,1 0 0,-1 0 0,1 0 0,0-1 0,-1 0 0,1-1 0,9 0 0,-17-1-68,0 1 0,1-1-1,-1 1 1,0-1 0,1 1 0,-1-1-1,0 0 1,0 0 0,0 1 0,0-1-1,0 0 1,0 0 0,0 0 0,0 0-1,0 0 1,0-1 0,0 1-1,0 0 1,0-2 0,4-10-6758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9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165 7 24575,'0'0'0,"0"0"0,0 0 0,0-1 0,0 1 0,0 0 0,0 0 0,0-1 0,0 1 0,0 0 0,0 0 0,0-1 0,0 1 0,0 0 0,0 0 0,1-1 0,-1 1 0,0 0 0,0 0 0,0 0 0,0-1 0,0 1 0,1 0 0,-1 0 0,0 0 0,0-1 0,0 1 0,1 0 0,-1 0 0,0 0 0,0 0 0,1 0 0,-1 0 0,0 0 0,0 0 0,1 0 0,-1-1 0,0 1 0,0 0 0,1 0 0,-1 0 0,0 0 0,0 0 0,1 0 0,-1 1 0,0-1 0,18 7 0,12 16 0,-1 3 0,0 2 0,-2 1 0,-2 1 0,23 34 0,-36-47 0,-2 1 0,0 0 0,-1 1 0,0 0 0,-2 1 0,0-1 0,-1 1 0,-2 1 0,4 28 0,-6-29 0,-2 1 0,0-1 0,-1 0 0,-2 0 0,0 0 0,-1 0 0,0-1 0,-9 20 0,-2 0 0,-3-2 0,-41 68 0,7-29 0,-4-3 0,-109 112 0,140-152 0,22-27 0,0-1 0,-1 0 0,0 1 0,0-1 0,-1-1 0,1 1 0,-8 5 0,8-11-30,6-9 105,8-10-1485,3 0-5416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19.8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0 24575,'3'5'0,"0"-1"0,0 0 0,0 0 0,0-1 0,1 1 0,-1-1 0,1 1 0,0-1 0,0 0 0,0-1 0,1 1 0,6 3 0,24 18 0,-27-16 0,0 1 0,-1 0 0,0 0 0,0 1 0,-1 0 0,0 0 0,-1 0 0,0 1 0,0 0 0,-1 0 0,-1 0 0,0 0 0,0 1 0,-1-1 0,-1 1 0,0 18 0,-1-23 0,0 0 0,0-1 0,-1 1 0,0 0 0,-1-1 0,0 1 0,1-1 0,-2 0 0,1 0 0,-1 1 0,0-2 0,0 1 0,-1 0 0,0-1 0,0 1 0,0-1 0,-1 0 0,1 0 0,-1-1 0,0 0 0,-1 1 0,1-2 0,-1 1 0,0-1 0,1 0 0,-2 0 0,1 0 0,0-1 0,0 0 0,-9 2 0,-30 1-1365,26-4-5461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02:50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75 24575,'3'0'0,"6"-3"0,4-2 0,3 0 0,0-2 0,0-1 0,1 2 0,2 2 0,0 1 0,2 1 0,-1 2 0,-2-4 0,-2-1 0,-2-3 0,-1 0 0,-3 1-8191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53:24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24575,'4'0'0,"4"0"0,1 4 0,0 4 0,1 1 0,-1 3 0,-2 3 0,-2 2 0,-2 2 0,2-2 0,0 0 0,0 0 0,-2 1 0,-1 1 0,-4-3 0,-3 0 0,-3-3 0,0-4-8191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3:53:30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237 1 24575,'-1'13'0,"0"1"0,-2 0 0,1-1 0,-2 0 0,1 0 0,-2 0 0,0 0 0,0 0 0,-1-1 0,-1 0 0,0-1 0,-1 1 0,-15 17 0,20-26 0,-1-1 0,0 1 0,1-1 0,-1 0 0,0 0 0,0 0 0,-1-1 0,1 1 0,0-1 0,0 0 0,-1 0 0,1 0 0,0-1 0,-1 0 0,1 0 0,-1 0 0,1 0 0,-1 0 0,1-1 0,-6-1 0,7 1 0,0 0 0,-1 0 0,1 0 0,0-1 0,0 1 0,0-1 0,0 1 0,0-1 0,0 0 0,1 0 0,-1-1 0,0 1 0,1 0 0,0-1 0,0 1 0,0-1 0,0 0 0,0 0 0,0 0 0,1 0 0,-1 0 0,1 0 0,0 0 0,0-1 0,0 1 0,-1-4 0,1-2 0,0 1 0,1-1 0,0 0 0,0 1 0,1-1 0,0 1 0,4-15 0,-4 20 0,0 0 0,0 1 0,0-1 0,1 1 0,-1-1 0,1 1 0,-1-1 0,1 1 0,0 0 0,0 0 0,0 0 0,0 0 0,0 0 0,1 0 0,-1 0 0,1 1 0,-1-1 0,1 1 0,-1 0 0,1 0 0,0 0 0,0 0 0,-1 0 0,1 1 0,0-1 0,3 1 0,2-1 0,1 0 0,-1 1 0,1 0 0,-1 0 0,0 1 0,0 0 0,1 1 0,-1 0 0,0 0 0,0 1 0,0 0 0,-1 0 0,1 1 0,-1 0 0,0 0 0,0 0 0,0 1 0,0 1 0,-1-1 0,0 1 0,0 0 0,-1 0 0,1 0 0,7 13 0,50 60-1365,-54-67-5461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51 24575,'0'-2'0,"0"0"0,0 0 0,0-1 0,-1 1 0,1 0 0,0 0 0,-1 0 0,1 0 0,-1 0 0,0 0 0,0 0 0,0 0 0,0 1 0,0-1 0,0 0 0,0 0 0,0 1 0,-1-1 0,1 1 0,-1-1 0,1 1 0,-1-1 0,0 1 0,1 0 0,-1 0 0,0 0 0,0 0 0,-2-1 0,3 2 0,-1 0 0,0 0 0,0 0 0,1 0 0,-1 0 0,0 0 0,0 0 0,1 0 0,-1 1 0,0-1 0,1 1 0,-1 0 0,1-1 0,-1 1 0,0 0 0,1 0 0,0 0 0,-1 0 0,1 0 0,-1 0 0,1 0 0,0 0 0,0 1 0,0-1 0,0 0 0,0 1 0,0-1 0,0 1 0,0-1 0,0 1 0,1 0 0,-1-1 0,0 4 0,-3 13 0,1 0 0,0-1 0,2 1 0,0 0 0,1 0 0,0 0 0,5 23 0,-5-39 0,0 0 0,0-1 0,0 1 0,0 0 0,0-1 0,0 1 0,1 0 0,-1-1 0,1 1 0,-1 0 0,1-1 0,0 1 0,-1-1 0,1 1 0,0-1 0,0 0 0,0 1 0,0-1 0,1 0 0,-1 1 0,0-1 0,0 0 0,1 0 0,-1 0 0,1 0 0,-1-1 0,1 1 0,-1 0 0,1 0 0,-1-1 0,1 1 0,-1-1 0,1 0 0,0 1 0,0-1 0,-1 0 0,1 0 0,0 0 0,-1 0 0,1 0 0,0 0 0,-1-1 0,3 0 0,1 0 0,0-1 0,1 0 0,-1 0 0,-1 0 0,1-1 0,0 0 0,-1 0 0,1 0 0,-1-1 0,0 1 0,0-1 0,5-5 0,-5 3 0,0-1 0,0 1 0,0-1 0,-1 0 0,0 1 0,0-1 0,2-12 0,-4 16 0,0 0 0,0 0 0,-1 0 0,1 0 0,-1 0 0,0-1 0,0 1 0,0 0 0,-1 0 0,1 0 0,-1 0 0,1-1 0,-1 1 0,0 0 0,-1 0 0,1 1 0,0-1 0,-1 0 0,1 0 0,-3-2 0,4 5 0,0-1 0,0 1 0,0 0 0,0 0 0,0-1 0,0 1 0,0 0 0,0 0 0,-1 0 0,1-1 0,0 1 0,0 0 0,0 0 0,0 0 0,0-1 0,0 1 0,-1 0 0,1 0 0,0 0 0,0 0 0,0 0 0,0-1 0,-1 1 0,1 0 0,0 0 0,0 0 0,0 0 0,-1 0 0,1 0 0,0 0 0,0 0 0,-1 0 0,1 0 0,0 0 0,0 0 0,0 0 0,-1 0 0,1 0 0,0 0 0,0 0 0,-1 0 0,1 0 0,0 0 0,0 0 0,0 0 0,-1 0 0,1 0 0,0 0 0,0 1 0,0-1 0,-1 0 0,3 16 0,10 21 0,-7-25 0,1 0 0,0 0 0,1 0 0,0-1 0,1 0 0,10 12 0,-14-20 0,1 1 0,-1 0 0,1-1 0,0 0 0,0 0 0,0 0 0,0-1 0,0 0 0,0 0 0,1 0 0,-1 0 0,1-1 0,-1 0 0,1 0 0,0-1 0,0 0 0,6 0 0,8 0-120,-9 1 171,-1-1 0,1-1-1,0 0 1,13-3 0,-22 4-109,1-1 0,-1 1 1,0-1-1,0 0 0,0 0 1,0 0-1,0 0 0,0 0 1,0-1-1,0 1 1,0 0-1,-1-1 0,1 1 1,-1-1-1,1 0 0,-1 0 1,1 0-1,-1 1 0,0-1 1,0 0-1,0-1 1,0 1-1,0 0 0,-1 0 1,2-3-1,0-11-6768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24575,'1'25'0,"2"-1"0,1 0 0,9 36 0,-6-34 0,-1 0 0,3 44 0,-9 248 0,-1-269 0,1-57 0,0 0 0,0-1 0,0 1 0,1 0 0,0 0 0,1 0 0,0 0 0,0 1 0,0-1 0,1 0 0,1 1 0,-1-1 0,1 1 0,0 0 0,1 1 0,-1-1 0,1 1 0,1 0 0,-1 0 0,1 0 0,0 1 0,13-10 0,12-10 0,-20 15 0,1 0 0,1 1 0,-1 0 0,1 1 0,19-9 0,-29 16 0,0-1 0,1 1 0,-1 0 0,1 0 0,-1 1 0,1-1 0,0 1 0,-1 0 0,1 0 0,-1 0 0,1 0 0,0 1 0,-1-1 0,1 1 0,-1 0 0,1 0 0,-1 0 0,0 0 0,1 1 0,-1 0 0,0-1 0,0 1 0,0 0 0,0 1 0,0-1 0,-1 0 0,1 1 0,2 3 0,0 0 0,-1 0 0,0 0 0,0 1 0,-1 0 0,1 0 0,-2 0 0,1 0 0,-1 0 0,0 0 0,0 1 0,-1-1 0,0 1 0,0-1 0,-1 1 0,0 0 0,0-1 0,-1 1 0,0-1 0,0 1 0,-1-1 0,0 1 0,0-1 0,-1 0 0,0 0 0,0 0 0,-1 0 0,-7 10 0,-1-5 12,0-1 0,0 0 0,-1-1 0,-1-1 0,1 0 0,-2-1 0,1 0 0,-1-1 0,-26 8 0,17-7-260,0-2 1,-1-1-1,1-1 1,-1-2-1,-42 1 1,46-4-6579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54 24575,'0'-3'0,"0"1"0,-1 0 0,1 0 0,0-1 0,-1 1 0,1 0 0,-1 0 0,0 0 0,0-1 0,0 1 0,0 0 0,0 0 0,0 0 0,-1 1 0,1-1 0,-1 0 0,1 0 0,-1 1 0,1-1 0,-1 1 0,0-1 0,0 1 0,0 0 0,0 0 0,0 0 0,0 0 0,0 0 0,0 0 0,0 1 0,-1-1 0,1 0 0,0 1 0,0 0 0,-1 0 0,1 0 0,0 0 0,-4 0 0,1 0 0,1 0 0,0 1 0,-1-1 0,1 1 0,0 0 0,0 0 0,0 0 0,-1 1 0,1-1 0,0 1 0,1 0 0,-1 0 0,0 0 0,1 1 0,-1 0 0,1-1 0,0 1 0,0 0 0,-4 5 0,-2 9 0,1 1 0,1-1 0,1 1 0,0 1 0,1-1 0,1 1 0,1 0 0,1 0 0,1 0 0,0 0 0,1 0 0,1 0 0,1 0 0,1 0 0,10 37 0,-12-53 0,0 0 0,0-1 0,0 1 0,1-1 0,-1 1 0,1-1 0,-1 1 0,1-1 0,0 0 0,0 1 0,0-1 0,0 0 0,1-1 0,-1 1 0,0 0 0,1-1 0,0 1 0,-1-1 0,1 0 0,0 0 0,-1 0 0,1 0 0,0 0 0,0 0 0,0-1 0,0 0 0,0 1 0,0-1 0,0 0 0,5-1 0,-2 1 0,-1-1 0,1 0 0,-1 0 0,1 0 0,-1-1 0,1 1 0,-1-1 0,0-1 0,0 1 0,0-1 0,0 0 0,0 0 0,-1 0 0,1-1 0,5-5 0,27-26 0,6-8 0,-32 29-1365,-1 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2:57:32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24575,'3'0'0,"6"0"0,4 0 0,-1 0-8191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4:17:03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22 24575,'-4'-2'0,"0"-1"0,0 1 0,0 0 0,0-1 0,0 2 0,0-1 0,0 0 0,-1 1 0,1 0 0,0 0 0,-1 0 0,1 1 0,-1-1 0,0 1 0,-4 1 0,5-1 0,1 0 0,-1 0 0,1 0 0,-1 1 0,1-1 0,-1 1 0,1 0 0,-1 0 0,1 1 0,0-1 0,-1 1 0,1-1 0,0 1 0,0 0 0,0 0 0,0 1 0,1-1 0,-1 0 0,-2 4 0,-3 8 0,1 1 0,0-1 0,1 1 0,0 1 0,2-1 0,-4 19 0,5-23 0,2 1 0,-1-1 0,1 0 0,1 1 0,0-1 0,1 1 0,0-1 0,0 0 0,5 17 0,-5-25 0,0 1 0,0-1 0,1 0 0,-1 0 0,1 0 0,-1 0 0,1 0 0,0 0 0,0-1 0,0 1 0,1-1 0,-1 1 0,1-1 0,-1 0 0,1 0 0,0 0 0,0 0 0,0 0 0,6 2 0,-5-3 0,0 0 0,1 0 0,-1-1 0,1 0 0,-1 0 0,1 0 0,-1 0 0,0-1 0,1 0 0,-1 0 0,0 0 0,1 0 0,4-3 0,11-5 0,-1-2 0,0 0 0,-1-1 0,32-26 0,-47 34 0,1 1 0,-1-1 0,0 0 0,0 0 0,0-1 0,0 1 0,-1-1 0,1 1 0,-1-1 0,-1 0 0,3-5 0,9-56 0,-11 55 0,2 24 0,0-2 0,1 1 0,0 0 0,1-1 0,10 16 0,2 5 0,-9-13 0,1 0 0,1 0 0,0 0 0,2-2 0,0 1 0,28 27 0,-38-43-114,1 0 1,-1 0-1,0 0 0,1-1 0,-1 1 1,1-1-1,0 0 0,-1 0 0,1 0 1,0 0-1,5 0 0,7 0-6712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4:17:34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0 24575,'-2'0'0,"-1"1"0,1-1 0,-1 1 0,1 0 0,0 0 0,-1 0 0,1 0 0,0 0 0,0 0 0,0 0 0,0 1 0,0-1 0,0 1 0,0 0 0,0-1 0,0 1 0,1 0 0,-1 0 0,1 0 0,0 0 0,-1 1 0,0 1 0,-25 60 0,21-45 0,-4 11 0,-11 61 0,-3 14 0,19-79 0,1-1 0,1 1 0,1 0 0,3 40 0,-1-30 0,3-60 0,1-1 0,1 1 0,11-31 0,-13 45 0,1 0 0,0 1 0,0 0 0,1 0 0,0 0 0,1 1 0,0-1 0,0 1 0,1 1 0,0-1 0,8-6 0,-12 12 0,-1 0 0,1 0 0,0 0 0,0 1 0,0-1 0,0 1 0,0-1 0,0 1 0,1 0 0,-1 1 0,0-1 0,1 0 0,-1 1 0,0 0 0,1 0 0,-1 0 0,0 0 0,1 0 0,-1 1 0,0-1 0,5 2 0,-4 0 0,1 1 0,-1-1 0,1 0 0,-1 1 0,0 0 0,0 0 0,0 0 0,-1 1 0,1-1 0,-1 1 0,1 0 0,-1 0 0,3 5 0,-2-2 0,-1-1 0,0 1 0,0 0 0,0 0 0,0 0 0,-1 0 0,-1 0 0,1 0 0,0 9 0,-2-12 0,1 0 0,-1 1 0,-1-1 0,1 0 0,0 0 0,-1 1 0,0-1 0,0 0 0,0 0 0,-1 0 0,1 0 0,-1 0 0,0 0 0,0 0 0,-4 5 0,-5 3 0,-1 0 0,0-1 0,-1 0 0,0-1 0,-25 15 0,29-19 0,-2-1 0,1 0 0,0 0 0,-1-1 0,0 0 0,0-1 0,0 0 0,-1-1 0,-11 1 0,21-3-34,1 0 0,-1 0 0,1 0 0,-1 0 0,1 0-1,-1-1 1,1 1 0,-1 0 0,1-1 0,-1 1 0,1-1 0,-1 1 0,1-1-1,0 0 1,-1 0 0,1 1 0,0-1 0,-1 0 0,1 0 0,0 0-1,0-1 1,0 1 0,0 0 0,0 0 0,0 0 0,1-1 0,-1 1 0,0-1-1,1 1 1,-1 0 0,0-1 0,1 1 0,0-1 0,-1 1 0,1-1 0,0 1-1,0-1 1,0 0 0,0-2 0,2-12-6792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24T14:17:37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324 124 24575,'-1'-3'0,"0"0"0,0 0 0,0 0 0,0 0 0,0 1 0,0-1 0,-1 0 0,0 1 0,1-1 0,-1 1 0,0 0 0,0-1 0,0 1 0,0 0 0,-1 0 0,1 0 0,-4-2 0,-45-26 0,27 20 0,-1 1 0,1 2 0,-1 0 0,0 1 0,-28-2 0,51 8 0,-1 1 0,1-1 0,0 1 0,-1-1 0,1 1 0,0 0 0,0 0 0,0 0 0,-1 0 0,1 0 0,0 0 0,0 0 0,1 1 0,-1-1 0,0 1 0,0 0 0,1-1 0,-1 1 0,1 0 0,-1 0 0,1 0 0,0 0 0,0 0 0,0 0 0,0 1 0,0-1 0,0 0 0,1 0 0,-1 1 0,1-1 0,-1 4 0,-2 10 0,0 0 0,2 0 0,-1 19 0,2-33 0,-1 32 0,-1-6 0,2-1 0,1 0 0,8 53 0,-6-71 0,1 0 0,0 0 0,0 0 0,1-1 0,0 1 0,1-1 0,0-1 0,0 1 0,1-1 0,-1 0 0,2 0 0,8 6 0,30 33 0,-38-38 0,0 1 0,1-1 0,-1-1 0,1 1 0,1-2 0,0 1 0,20 9 0,-25-13 0,1-1 0,0 0 0,0 0 0,0 0 0,0-1 0,0 0 0,0 0 0,0 0 0,0-1 0,0 0 0,0 0 0,0-1 0,1 1 0,-1-1 0,0-1 0,9-2 0,-11 2-19,0-1 1,0 1-1,-1-1 0,0 0 0,1 0 0,-1 0 0,0 0 0,0-1 0,0 1 0,-1-1 1,1 1-1,-1-1 0,0 0 0,0 0 0,-1 0 0,1 0 0,-1-1 0,1 1 1,0-7-1,3-6-969,0 4-5838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customXml" Target="../ink/ink9.xml"/><Relationship Id="rId26" Type="http://schemas.openxmlformats.org/officeDocument/2006/relationships/image" Target="../media/image62.png"/><Relationship Id="rId3" Type="http://schemas.openxmlformats.org/officeDocument/2006/relationships/image" Target="../media/image53.png"/><Relationship Id="rId21" Type="http://schemas.openxmlformats.org/officeDocument/2006/relationships/image" Target="../media/image59.png"/><Relationship Id="rId34" Type="http://schemas.openxmlformats.org/officeDocument/2006/relationships/image" Target="../media/image65.png"/><Relationship Id="rId7" Type="http://schemas.openxmlformats.org/officeDocument/2006/relationships/image" Target="../media/image5710.png"/><Relationship Id="rId12" Type="http://schemas.openxmlformats.org/officeDocument/2006/relationships/customXml" Target="../ink/ink6.xml"/><Relationship Id="rId17" Type="http://schemas.openxmlformats.org/officeDocument/2006/relationships/image" Target="../media/image57.png"/><Relationship Id="rId25" Type="http://schemas.openxmlformats.org/officeDocument/2006/relationships/customXml" Target="../ink/ink12.xml"/><Relationship Id="rId33" Type="http://schemas.openxmlformats.org/officeDocument/2006/relationships/customXml" Target="../ink/ink17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54.png"/><Relationship Id="rId24" Type="http://schemas.openxmlformats.org/officeDocument/2006/relationships/image" Target="../media/image61.png"/><Relationship Id="rId32" Type="http://schemas.openxmlformats.org/officeDocument/2006/relationships/customXml" Target="../ink/ink16.xml"/><Relationship Id="rId5" Type="http://schemas.openxmlformats.org/officeDocument/2006/relationships/image" Target="../media/image5610.png"/><Relationship Id="rId15" Type="http://schemas.openxmlformats.org/officeDocument/2006/relationships/image" Target="../media/image56.png"/><Relationship Id="rId23" Type="http://schemas.openxmlformats.org/officeDocument/2006/relationships/customXml" Target="../ink/ink11.xml"/><Relationship Id="rId28" Type="http://schemas.openxmlformats.org/officeDocument/2006/relationships/image" Target="../media/image63.png"/><Relationship Id="rId36" Type="http://schemas.openxmlformats.org/officeDocument/2006/relationships/image" Target="../media/image66.png"/><Relationship Id="rId10" Type="http://schemas.openxmlformats.org/officeDocument/2006/relationships/customXml" Target="../ink/ink5.xml"/><Relationship Id="rId19" Type="http://schemas.openxmlformats.org/officeDocument/2006/relationships/image" Target="../media/image58.png"/><Relationship Id="rId31" Type="http://schemas.openxmlformats.org/officeDocument/2006/relationships/image" Target="../media/image64.png"/><Relationship Id="rId4" Type="http://schemas.openxmlformats.org/officeDocument/2006/relationships/customXml" Target="../ink/ink2.xml"/><Relationship Id="rId9" Type="http://schemas.openxmlformats.org/officeDocument/2006/relationships/image" Target="../media/image5810.png"/><Relationship Id="rId14" Type="http://schemas.openxmlformats.org/officeDocument/2006/relationships/customXml" Target="../ink/ink7.xml"/><Relationship Id="rId22" Type="http://schemas.openxmlformats.org/officeDocument/2006/relationships/image" Target="../media/image3.png"/><Relationship Id="rId27" Type="http://schemas.openxmlformats.org/officeDocument/2006/relationships/customXml" Target="../ink/ink13.xml"/><Relationship Id="rId30" Type="http://schemas.openxmlformats.org/officeDocument/2006/relationships/customXml" Target="../ink/ink15.xml"/><Relationship Id="rId35" Type="http://schemas.openxmlformats.org/officeDocument/2006/relationships/customXml" Target="../ink/ink18.xml"/><Relationship Id="rId8" Type="http://schemas.openxmlformats.org/officeDocument/2006/relationships/customXml" Target="../ink/ink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9.xml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customXml" Target="../ink/ink20.xml"/><Relationship Id="rId4" Type="http://schemas.openxmlformats.org/officeDocument/2006/relationships/image" Target="../media/image68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13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5.png"/><Relationship Id="rId12" Type="http://schemas.openxmlformats.org/officeDocument/2006/relationships/customXml" Target="../ink/ink26.xml"/><Relationship Id="rId17" Type="http://schemas.openxmlformats.org/officeDocument/2006/relationships/image" Target="../media/image80.png"/><Relationship Id="rId2" Type="http://schemas.openxmlformats.org/officeDocument/2006/relationships/customXml" Target="../ink/ink21.xml"/><Relationship Id="rId16" Type="http://schemas.openxmlformats.org/officeDocument/2006/relationships/customXml" Target="../ink/ink28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23.xml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10" Type="http://schemas.openxmlformats.org/officeDocument/2006/relationships/customXml" Target="../ink/ink25.xml"/><Relationship Id="rId4" Type="http://schemas.openxmlformats.org/officeDocument/2006/relationships/customXml" Target="../ink/ink22.xml"/><Relationship Id="rId9" Type="http://schemas.openxmlformats.org/officeDocument/2006/relationships/image" Target="../media/image76.png"/><Relationship Id="rId14" Type="http://schemas.openxmlformats.org/officeDocument/2006/relationships/customXml" Target="../ink/ink27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.xml"/><Relationship Id="rId21" Type="http://schemas.openxmlformats.org/officeDocument/2006/relationships/image" Target="../media/image729.png"/><Relationship Id="rId42" Type="http://schemas.openxmlformats.org/officeDocument/2006/relationships/customXml" Target="../ink/ink43.xml"/><Relationship Id="rId47" Type="http://schemas.openxmlformats.org/officeDocument/2006/relationships/image" Target="../media/image742.png"/><Relationship Id="rId63" Type="http://schemas.openxmlformats.org/officeDocument/2006/relationships/image" Target="../media/image750.png"/><Relationship Id="rId68" Type="http://schemas.openxmlformats.org/officeDocument/2006/relationships/customXml" Target="../ink/ink56.xml"/><Relationship Id="rId84" Type="http://schemas.openxmlformats.org/officeDocument/2006/relationships/customXml" Target="../ink/ink64.xml"/><Relationship Id="rId89" Type="http://schemas.openxmlformats.org/officeDocument/2006/relationships/image" Target="../media/image763.png"/><Relationship Id="rId16" Type="http://schemas.openxmlformats.org/officeDocument/2006/relationships/customXml" Target="../ink/ink30.xml"/><Relationship Id="rId11" Type="http://schemas.openxmlformats.org/officeDocument/2006/relationships/image" Target="../media/image723.png"/><Relationship Id="rId32" Type="http://schemas.openxmlformats.org/officeDocument/2006/relationships/customXml" Target="../ink/ink38.xml"/><Relationship Id="rId37" Type="http://schemas.openxmlformats.org/officeDocument/2006/relationships/image" Target="../media/image737.png"/><Relationship Id="rId53" Type="http://schemas.openxmlformats.org/officeDocument/2006/relationships/image" Target="../media/image745.png"/><Relationship Id="rId58" Type="http://schemas.openxmlformats.org/officeDocument/2006/relationships/customXml" Target="../ink/ink51.xml"/><Relationship Id="rId74" Type="http://schemas.openxmlformats.org/officeDocument/2006/relationships/customXml" Target="../ink/ink59.xml"/><Relationship Id="rId79" Type="http://schemas.openxmlformats.org/officeDocument/2006/relationships/image" Target="../media/image758.png"/><Relationship Id="rId102" Type="http://schemas.openxmlformats.org/officeDocument/2006/relationships/customXml" Target="../ink/ink73.xml"/><Relationship Id="rId5" Type="http://schemas.openxmlformats.org/officeDocument/2006/relationships/image" Target="../media/image719.png"/><Relationship Id="rId90" Type="http://schemas.openxmlformats.org/officeDocument/2006/relationships/customXml" Target="../ink/ink67.xml"/><Relationship Id="rId95" Type="http://schemas.openxmlformats.org/officeDocument/2006/relationships/image" Target="../media/image766.png"/><Relationship Id="rId22" Type="http://schemas.openxmlformats.org/officeDocument/2006/relationships/customXml" Target="../ink/ink33.xml"/><Relationship Id="rId27" Type="http://schemas.openxmlformats.org/officeDocument/2006/relationships/image" Target="../media/image732.png"/><Relationship Id="rId43" Type="http://schemas.openxmlformats.org/officeDocument/2006/relationships/image" Target="../media/image740.png"/><Relationship Id="rId48" Type="http://schemas.openxmlformats.org/officeDocument/2006/relationships/customXml" Target="../ink/ink46.xml"/><Relationship Id="rId64" Type="http://schemas.openxmlformats.org/officeDocument/2006/relationships/customXml" Target="../ink/ink54.xml"/><Relationship Id="rId69" Type="http://schemas.openxmlformats.org/officeDocument/2006/relationships/image" Target="../media/image753.png"/><Relationship Id="rId80" Type="http://schemas.openxmlformats.org/officeDocument/2006/relationships/customXml" Target="../ink/ink62.xml"/><Relationship Id="rId85" Type="http://schemas.openxmlformats.org/officeDocument/2006/relationships/image" Target="../media/image761.png"/><Relationship Id="rId12" Type="http://schemas.openxmlformats.org/officeDocument/2006/relationships/image" Target="../media/image724.png"/><Relationship Id="rId17" Type="http://schemas.openxmlformats.org/officeDocument/2006/relationships/image" Target="../media/image727.png"/><Relationship Id="rId33" Type="http://schemas.openxmlformats.org/officeDocument/2006/relationships/image" Target="../media/image735.png"/><Relationship Id="rId38" Type="http://schemas.openxmlformats.org/officeDocument/2006/relationships/customXml" Target="../ink/ink41.xml"/><Relationship Id="rId59" Type="http://schemas.openxmlformats.org/officeDocument/2006/relationships/image" Target="../media/image748.png"/><Relationship Id="rId103" Type="http://schemas.openxmlformats.org/officeDocument/2006/relationships/image" Target="../media/image770.png"/><Relationship Id="rId20" Type="http://schemas.openxmlformats.org/officeDocument/2006/relationships/customXml" Target="../ink/ink32.xml"/><Relationship Id="rId41" Type="http://schemas.openxmlformats.org/officeDocument/2006/relationships/image" Target="../media/image739.png"/><Relationship Id="rId54" Type="http://schemas.openxmlformats.org/officeDocument/2006/relationships/customXml" Target="../ink/ink49.xml"/><Relationship Id="rId62" Type="http://schemas.openxmlformats.org/officeDocument/2006/relationships/customXml" Target="../ink/ink53.xml"/><Relationship Id="rId70" Type="http://schemas.openxmlformats.org/officeDocument/2006/relationships/customXml" Target="../ink/ink57.xml"/><Relationship Id="rId75" Type="http://schemas.openxmlformats.org/officeDocument/2006/relationships/image" Target="../media/image756.png"/><Relationship Id="rId83" Type="http://schemas.openxmlformats.org/officeDocument/2006/relationships/image" Target="../media/image760.png"/><Relationship Id="rId88" Type="http://schemas.openxmlformats.org/officeDocument/2006/relationships/customXml" Target="../ink/ink66.xml"/><Relationship Id="rId91" Type="http://schemas.openxmlformats.org/officeDocument/2006/relationships/image" Target="../media/image764.png"/><Relationship Id="rId96" Type="http://schemas.openxmlformats.org/officeDocument/2006/relationships/customXml" Target="../ink/ink7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15" Type="http://schemas.openxmlformats.org/officeDocument/2006/relationships/image" Target="../media/image726.png"/><Relationship Id="rId23" Type="http://schemas.openxmlformats.org/officeDocument/2006/relationships/image" Target="../media/image730.png"/><Relationship Id="rId28" Type="http://schemas.openxmlformats.org/officeDocument/2006/relationships/customXml" Target="../ink/ink36.xml"/><Relationship Id="rId36" Type="http://schemas.openxmlformats.org/officeDocument/2006/relationships/customXml" Target="../ink/ink40.xml"/><Relationship Id="rId49" Type="http://schemas.openxmlformats.org/officeDocument/2006/relationships/image" Target="../media/image743.png"/><Relationship Id="rId57" Type="http://schemas.openxmlformats.org/officeDocument/2006/relationships/image" Target="../media/image747.png"/><Relationship Id="rId10" Type="http://schemas.openxmlformats.org/officeDocument/2006/relationships/image" Target="../media/image722.png"/><Relationship Id="rId31" Type="http://schemas.openxmlformats.org/officeDocument/2006/relationships/image" Target="../media/image734.png"/><Relationship Id="rId44" Type="http://schemas.openxmlformats.org/officeDocument/2006/relationships/customXml" Target="../ink/ink44.xml"/><Relationship Id="rId52" Type="http://schemas.openxmlformats.org/officeDocument/2006/relationships/customXml" Target="../ink/ink48.xml"/><Relationship Id="rId60" Type="http://schemas.openxmlformats.org/officeDocument/2006/relationships/customXml" Target="../ink/ink52.xml"/><Relationship Id="rId65" Type="http://schemas.openxmlformats.org/officeDocument/2006/relationships/image" Target="../media/image751.png"/><Relationship Id="rId73" Type="http://schemas.openxmlformats.org/officeDocument/2006/relationships/image" Target="../media/image755.png"/><Relationship Id="rId78" Type="http://schemas.openxmlformats.org/officeDocument/2006/relationships/customXml" Target="../ink/ink61.xml"/><Relationship Id="rId81" Type="http://schemas.openxmlformats.org/officeDocument/2006/relationships/image" Target="../media/image759.png"/><Relationship Id="rId86" Type="http://schemas.openxmlformats.org/officeDocument/2006/relationships/customXml" Target="../ink/ink65.xml"/><Relationship Id="rId94" Type="http://schemas.openxmlformats.org/officeDocument/2006/relationships/customXml" Target="../ink/ink69.xml"/><Relationship Id="rId99" Type="http://schemas.openxmlformats.org/officeDocument/2006/relationships/image" Target="../media/image768.png"/><Relationship Id="rId101" Type="http://schemas.openxmlformats.org/officeDocument/2006/relationships/image" Target="../media/image769.png"/><Relationship Id="rId4" Type="http://schemas.openxmlformats.org/officeDocument/2006/relationships/image" Target="../media/image4610.png"/><Relationship Id="rId9" Type="http://schemas.openxmlformats.org/officeDocument/2006/relationships/image" Target="../media/image5110.png"/><Relationship Id="rId13" Type="http://schemas.openxmlformats.org/officeDocument/2006/relationships/image" Target="../media/image725.png"/><Relationship Id="rId18" Type="http://schemas.openxmlformats.org/officeDocument/2006/relationships/customXml" Target="../ink/ink31.xml"/><Relationship Id="rId39" Type="http://schemas.openxmlformats.org/officeDocument/2006/relationships/image" Target="../media/image738.png"/><Relationship Id="rId34" Type="http://schemas.openxmlformats.org/officeDocument/2006/relationships/customXml" Target="../ink/ink39.xml"/><Relationship Id="rId50" Type="http://schemas.openxmlformats.org/officeDocument/2006/relationships/customXml" Target="../ink/ink47.xml"/><Relationship Id="rId55" Type="http://schemas.openxmlformats.org/officeDocument/2006/relationships/image" Target="../media/image746.png"/><Relationship Id="rId76" Type="http://schemas.openxmlformats.org/officeDocument/2006/relationships/customXml" Target="../ink/ink60.xml"/><Relationship Id="rId97" Type="http://schemas.openxmlformats.org/officeDocument/2006/relationships/image" Target="../media/image767.png"/><Relationship Id="rId104" Type="http://schemas.openxmlformats.org/officeDocument/2006/relationships/customXml" Target="../ink/ink74.xml"/><Relationship Id="rId7" Type="http://schemas.openxmlformats.org/officeDocument/2006/relationships/image" Target="../media/image4910.png"/><Relationship Id="rId71" Type="http://schemas.openxmlformats.org/officeDocument/2006/relationships/image" Target="../media/image754.png"/><Relationship Id="rId92" Type="http://schemas.openxmlformats.org/officeDocument/2006/relationships/customXml" Target="../ink/ink68.xml"/><Relationship Id="rId2" Type="http://schemas.openxmlformats.org/officeDocument/2006/relationships/image" Target="../media/image1.png"/><Relationship Id="rId29" Type="http://schemas.openxmlformats.org/officeDocument/2006/relationships/image" Target="../media/image733.png"/><Relationship Id="rId24" Type="http://schemas.openxmlformats.org/officeDocument/2006/relationships/customXml" Target="../ink/ink34.xml"/><Relationship Id="rId40" Type="http://schemas.openxmlformats.org/officeDocument/2006/relationships/customXml" Target="../ink/ink42.xml"/><Relationship Id="rId45" Type="http://schemas.openxmlformats.org/officeDocument/2006/relationships/image" Target="../media/image741.png"/><Relationship Id="rId66" Type="http://schemas.openxmlformats.org/officeDocument/2006/relationships/customXml" Target="../ink/ink55.xml"/><Relationship Id="rId87" Type="http://schemas.openxmlformats.org/officeDocument/2006/relationships/image" Target="../media/image762.png"/><Relationship Id="rId61" Type="http://schemas.openxmlformats.org/officeDocument/2006/relationships/image" Target="../media/image749.png"/><Relationship Id="rId82" Type="http://schemas.openxmlformats.org/officeDocument/2006/relationships/customXml" Target="../ink/ink63.xml"/><Relationship Id="rId19" Type="http://schemas.openxmlformats.org/officeDocument/2006/relationships/image" Target="../media/image728.png"/><Relationship Id="rId14" Type="http://schemas.openxmlformats.org/officeDocument/2006/relationships/customXml" Target="../ink/ink29.xml"/><Relationship Id="rId30" Type="http://schemas.openxmlformats.org/officeDocument/2006/relationships/customXml" Target="../ink/ink37.xml"/><Relationship Id="rId35" Type="http://schemas.openxmlformats.org/officeDocument/2006/relationships/image" Target="../media/image736.png"/><Relationship Id="rId56" Type="http://schemas.openxmlformats.org/officeDocument/2006/relationships/customXml" Target="../ink/ink50.xml"/><Relationship Id="rId77" Type="http://schemas.openxmlformats.org/officeDocument/2006/relationships/image" Target="../media/image757.png"/><Relationship Id="rId100" Type="http://schemas.openxmlformats.org/officeDocument/2006/relationships/customXml" Target="../ink/ink72.xml"/><Relationship Id="rId105" Type="http://schemas.openxmlformats.org/officeDocument/2006/relationships/image" Target="../media/image771.png"/><Relationship Id="rId8" Type="http://schemas.openxmlformats.org/officeDocument/2006/relationships/image" Target="../media/image721.png"/><Relationship Id="rId51" Type="http://schemas.openxmlformats.org/officeDocument/2006/relationships/image" Target="../media/image744.png"/><Relationship Id="rId72" Type="http://schemas.openxmlformats.org/officeDocument/2006/relationships/customXml" Target="../ink/ink58.xml"/><Relationship Id="rId93" Type="http://schemas.openxmlformats.org/officeDocument/2006/relationships/image" Target="../media/image765.png"/><Relationship Id="rId98" Type="http://schemas.openxmlformats.org/officeDocument/2006/relationships/customXml" Target="../ink/ink71.xml"/><Relationship Id="rId3" Type="http://schemas.openxmlformats.org/officeDocument/2006/relationships/image" Target="../media/image4510.png"/><Relationship Id="rId25" Type="http://schemas.openxmlformats.org/officeDocument/2006/relationships/image" Target="../media/image731.png"/><Relationship Id="rId46" Type="http://schemas.openxmlformats.org/officeDocument/2006/relationships/customXml" Target="../ink/ink45.xml"/><Relationship Id="rId67" Type="http://schemas.openxmlformats.org/officeDocument/2006/relationships/image" Target="../media/image752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2.xml"/><Relationship Id="rId42" Type="http://schemas.openxmlformats.org/officeDocument/2006/relationships/image" Target="../media/image779.png"/><Relationship Id="rId63" Type="http://schemas.openxmlformats.org/officeDocument/2006/relationships/customXml" Target="../ink/ink95.xml"/><Relationship Id="rId84" Type="http://schemas.openxmlformats.org/officeDocument/2006/relationships/image" Target="../media/image800.png"/><Relationship Id="rId138" Type="http://schemas.openxmlformats.org/officeDocument/2006/relationships/image" Target="../media/image824.png"/><Relationship Id="rId159" Type="http://schemas.openxmlformats.org/officeDocument/2006/relationships/image" Target="../media/image833.png"/><Relationship Id="rId170" Type="http://schemas.openxmlformats.org/officeDocument/2006/relationships/customXml" Target="../ink/ink150.xml"/><Relationship Id="rId191" Type="http://schemas.openxmlformats.org/officeDocument/2006/relationships/image" Target="../media/image849.png"/><Relationship Id="rId205" Type="http://schemas.openxmlformats.org/officeDocument/2006/relationships/image" Target="../media/image856.png"/><Relationship Id="rId107" Type="http://schemas.openxmlformats.org/officeDocument/2006/relationships/customXml" Target="../ink/ink117.xml"/><Relationship Id="rId32" Type="http://schemas.openxmlformats.org/officeDocument/2006/relationships/image" Target="../media/image7740.png"/><Relationship Id="rId53" Type="http://schemas.openxmlformats.org/officeDocument/2006/relationships/customXml" Target="../ink/ink90.xml"/><Relationship Id="rId74" Type="http://schemas.openxmlformats.org/officeDocument/2006/relationships/image" Target="../media/image795.png"/><Relationship Id="rId128" Type="http://schemas.openxmlformats.org/officeDocument/2006/relationships/image" Target="../media/image56100.png"/><Relationship Id="rId149" Type="http://schemas.openxmlformats.org/officeDocument/2006/relationships/image" Target="../media/image828.png"/><Relationship Id="rId5" Type="http://schemas.openxmlformats.org/officeDocument/2006/relationships/customXml" Target="../ink/ink76.xml"/><Relationship Id="rId95" Type="http://schemas.openxmlformats.org/officeDocument/2006/relationships/customXml" Target="../ink/ink111.xml"/><Relationship Id="rId160" Type="http://schemas.openxmlformats.org/officeDocument/2006/relationships/customXml" Target="../ink/ink145.xml"/><Relationship Id="rId181" Type="http://schemas.openxmlformats.org/officeDocument/2006/relationships/image" Target="../media/image844.png"/><Relationship Id="rId43" Type="http://schemas.openxmlformats.org/officeDocument/2006/relationships/customXml" Target="../ink/ink85.xml"/><Relationship Id="rId64" Type="http://schemas.openxmlformats.org/officeDocument/2006/relationships/image" Target="../media/image790.png"/><Relationship Id="rId118" Type="http://schemas.openxmlformats.org/officeDocument/2006/relationships/image" Target="../media/image817.png"/><Relationship Id="rId139" Type="http://schemas.openxmlformats.org/officeDocument/2006/relationships/customXml" Target="../ink/ink133.xml"/><Relationship Id="rId85" Type="http://schemas.openxmlformats.org/officeDocument/2006/relationships/customXml" Target="../ink/ink106.xml"/><Relationship Id="rId150" Type="http://schemas.openxmlformats.org/officeDocument/2006/relationships/customXml" Target="../ink/ink140.xml"/><Relationship Id="rId171" Type="http://schemas.openxmlformats.org/officeDocument/2006/relationships/image" Target="../media/image839.png"/><Relationship Id="rId192" Type="http://schemas.openxmlformats.org/officeDocument/2006/relationships/customXml" Target="../ink/ink161.xml"/><Relationship Id="rId206" Type="http://schemas.openxmlformats.org/officeDocument/2006/relationships/customXml" Target="../ink/ink168.xml"/><Relationship Id="rId33" Type="http://schemas.openxmlformats.org/officeDocument/2006/relationships/customXml" Target="../ink/ink80.xml"/><Relationship Id="rId108" Type="http://schemas.openxmlformats.org/officeDocument/2006/relationships/image" Target="../media/image812.png"/><Relationship Id="rId129" Type="http://schemas.openxmlformats.org/officeDocument/2006/relationships/customXml" Target="../ink/ink128.xml"/><Relationship Id="rId54" Type="http://schemas.openxmlformats.org/officeDocument/2006/relationships/image" Target="../media/image785.png"/><Relationship Id="rId75" Type="http://schemas.openxmlformats.org/officeDocument/2006/relationships/customXml" Target="../ink/ink101.xml"/><Relationship Id="rId96" Type="http://schemas.openxmlformats.org/officeDocument/2006/relationships/image" Target="../media/image806.png"/><Relationship Id="rId140" Type="http://schemas.openxmlformats.org/officeDocument/2006/relationships/image" Target="../media/image825.png"/><Relationship Id="rId161" Type="http://schemas.openxmlformats.org/officeDocument/2006/relationships/image" Target="../media/image834.png"/><Relationship Id="rId182" Type="http://schemas.openxmlformats.org/officeDocument/2006/relationships/customXml" Target="../ink/ink156.xml"/><Relationship Id="rId6" Type="http://schemas.openxmlformats.org/officeDocument/2006/relationships/image" Target="../media/image774.png"/><Relationship Id="rId119" Type="http://schemas.openxmlformats.org/officeDocument/2006/relationships/customXml" Target="../ink/ink123.xml"/><Relationship Id="rId44" Type="http://schemas.openxmlformats.org/officeDocument/2006/relationships/image" Target="../media/image780.png"/><Relationship Id="rId65" Type="http://schemas.openxmlformats.org/officeDocument/2006/relationships/customXml" Target="../ink/ink96.xml"/><Relationship Id="rId86" Type="http://schemas.openxmlformats.org/officeDocument/2006/relationships/image" Target="../media/image801.png"/><Relationship Id="rId130" Type="http://schemas.openxmlformats.org/officeDocument/2006/relationships/image" Target="../media/image57100.png"/><Relationship Id="rId151" Type="http://schemas.openxmlformats.org/officeDocument/2006/relationships/image" Target="../media/image829.png"/><Relationship Id="rId172" Type="http://schemas.openxmlformats.org/officeDocument/2006/relationships/customXml" Target="../ink/ink151.xml"/><Relationship Id="rId193" Type="http://schemas.openxmlformats.org/officeDocument/2006/relationships/image" Target="../media/image850.png"/><Relationship Id="rId207" Type="http://schemas.openxmlformats.org/officeDocument/2006/relationships/image" Target="../media/image857.png"/><Relationship Id="rId109" Type="http://schemas.openxmlformats.org/officeDocument/2006/relationships/customXml" Target="../ink/ink118.xml"/><Relationship Id="rId34" Type="http://schemas.openxmlformats.org/officeDocument/2006/relationships/image" Target="../media/image7750.png"/><Relationship Id="rId50" Type="http://schemas.openxmlformats.org/officeDocument/2006/relationships/image" Target="../media/image783.png"/><Relationship Id="rId55" Type="http://schemas.openxmlformats.org/officeDocument/2006/relationships/customXml" Target="../ink/ink91.xml"/><Relationship Id="rId76" Type="http://schemas.openxmlformats.org/officeDocument/2006/relationships/image" Target="../media/image796.png"/><Relationship Id="rId97" Type="http://schemas.openxmlformats.org/officeDocument/2006/relationships/customXml" Target="../ink/ink112.xml"/><Relationship Id="rId104" Type="http://schemas.openxmlformats.org/officeDocument/2006/relationships/image" Target="../media/image810.png"/><Relationship Id="rId120" Type="http://schemas.openxmlformats.org/officeDocument/2006/relationships/image" Target="../media/image818.png"/><Relationship Id="rId125" Type="http://schemas.openxmlformats.org/officeDocument/2006/relationships/customXml" Target="../ink/ink126.xml"/><Relationship Id="rId141" Type="http://schemas.openxmlformats.org/officeDocument/2006/relationships/customXml" Target="../ink/ink134.xml"/><Relationship Id="rId146" Type="http://schemas.openxmlformats.org/officeDocument/2006/relationships/customXml" Target="../ink/ink137.xml"/><Relationship Id="rId167" Type="http://schemas.openxmlformats.org/officeDocument/2006/relationships/image" Target="../media/image837.png"/><Relationship Id="rId188" Type="http://schemas.openxmlformats.org/officeDocument/2006/relationships/customXml" Target="../ink/ink159.xml"/><Relationship Id="rId7" Type="http://schemas.openxmlformats.org/officeDocument/2006/relationships/customXml" Target="../ink/ink77.xml"/><Relationship Id="rId71" Type="http://schemas.openxmlformats.org/officeDocument/2006/relationships/customXml" Target="../ink/ink99.xml"/><Relationship Id="rId92" Type="http://schemas.openxmlformats.org/officeDocument/2006/relationships/image" Target="../media/image804.png"/><Relationship Id="rId162" Type="http://schemas.openxmlformats.org/officeDocument/2006/relationships/customXml" Target="../ink/ink146.xml"/><Relationship Id="rId183" Type="http://schemas.openxmlformats.org/officeDocument/2006/relationships/image" Target="../media/image845.png"/><Relationship Id="rId213" Type="http://schemas.openxmlformats.org/officeDocument/2006/relationships/image" Target="../media/image860.png"/><Relationship Id="rId2" Type="http://schemas.openxmlformats.org/officeDocument/2006/relationships/image" Target="../media/image3.png"/><Relationship Id="rId40" Type="http://schemas.openxmlformats.org/officeDocument/2006/relationships/image" Target="../media/image778.png"/><Relationship Id="rId45" Type="http://schemas.openxmlformats.org/officeDocument/2006/relationships/customXml" Target="../ink/ink86.xml"/><Relationship Id="rId66" Type="http://schemas.openxmlformats.org/officeDocument/2006/relationships/image" Target="../media/image791.png"/><Relationship Id="rId87" Type="http://schemas.openxmlformats.org/officeDocument/2006/relationships/customXml" Target="../ink/ink107.xml"/><Relationship Id="rId110" Type="http://schemas.openxmlformats.org/officeDocument/2006/relationships/image" Target="../media/image813.png"/><Relationship Id="rId115" Type="http://schemas.openxmlformats.org/officeDocument/2006/relationships/customXml" Target="../ink/ink121.xml"/><Relationship Id="rId131" Type="http://schemas.openxmlformats.org/officeDocument/2006/relationships/customXml" Target="../ink/ink129.xml"/><Relationship Id="rId136" Type="http://schemas.openxmlformats.org/officeDocument/2006/relationships/image" Target="../media/image823.png"/><Relationship Id="rId157" Type="http://schemas.openxmlformats.org/officeDocument/2006/relationships/image" Target="../media/image832.png"/><Relationship Id="rId178" Type="http://schemas.openxmlformats.org/officeDocument/2006/relationships/customXml" Target="../ink/ink154.xml"/><Relationship Id="rId61" Type="http://schemas.openxmlformats.org/officeDocument/2006/relationships/customXml" Target="../ink/ink94.xml"/><Relationship Id="rId82" Type="http://schemas.openxmlformats.org/officeDocument/2006/relationships/image" Target="../media/image799.png"/><Relationship Id="rId152" Type="http://schemas.openxmlformats.org/officeDocument/2006/relationships/customXml" Target="../ink/ink141.xml"/><Relationship Id="rId173" Type="http://schemas.openxmlformats.org/officeDocument/2006/relationships/image" Target="../media/image840.png"/><Relationship Id="rId194" Type="http://schemas.openxmlformats.org/officeDocument/2006/relationships/customXml" Target="../ink/ink162.xml"/><Relationship Id="rId199" Type="http://schemas.openxmlformats.org/officeDocument/2006/relationships/image" Target="../media/image853.png"/><Relationship Id="rId203" Type="http://schemas.openxmlformats.org/officeDocument/2006/relationships/image" Target="../media/image855.png"/><Relationship Id="rId208" Type="http://schemas.openxmlformats.org/officeDocument/2006/relationships/customXml" Target="../ink/ink169.xml"/><Relationship Id="rId30" Type="http://schemas.openxmlformats.org/officeDocument/2006/relationships/image" Target="../media/image7730.png"/><Relationship Id="rId35" Type="http://schemas.openxmlformats.org/officeDocument/2006/relationships/customXml" Target="../ink/ink81.xml"/><Relationship Id="rId56" Type="http://schemas.openxmlformats.org/officeDocument/2006/relationships/image" Target="../media/image786.png"/><Relationship Id="rId77" Type="http://schemas.openxmlformats.org/officeDocument/2006/relationships/customXml" Target="../ink/ink102.xml"/><Relationship Id="rId100" Type="http://schemas.openxmlformats.org/officeDocument/2006/relationships/image" Target="../media/image808.png"/><Relationship Id="rId105" Type="http://schemas.openxmlformats.org/officeDocument/2006/relationships/customXml" Target="../ink/ink116.xml"/><Relationship Id="rId126" Type="http://schemas.openxmlformats.org/officeDocument/2006/relationships/image" Target="../media/image821.png"/><Relationship Id="rId147" Type="http://schemas.openxmlformats.org/officeDocument/2006/relationships/customXml" Target="../ink/ink138.xml"/><Relationship Id="rId168" Type="http://schemas.openxmlformats.org/officeDocument/2006/relationships/customXml" Target="../ink/ink149.xml"/><Relationship Id="rId8" Type="http://schemas.openxmlformats.org/officeDocument/2006/relationships/image" Target="../media/image775.png"/><Relationship Id="rId51" Type="http://schemas.openxmlformats.org/officeDocument/2006/relationships/customXml" Target="../ink/ink89.xml"/><Relationship Id="rId72" Type="http://schemas.openxmlformats.org/officeDocument/2006/relationships/image" Target="../media/image794.png"/><Relationship Id="rId93" Type="http://schemas.openxmlformats.org/officeDocument/2006/relationships/customXml" Target="../ink/ink110.xml"/><Relationship Id="rId98" Type="http://schemas.openxmlformats.org/officeDocument/2006/relationships/image" Target="../media/image807.png"/><Relationship Id="rId121" Type="http://schemas.openxmlformats.org/officeDocument/2006/relationships/customXml" Target="../ink/ink124.xml"/><Relationship Id="rId142" Type="http://schemas.openxmlformats.org/officeDocument/2006/relationships/image" Target="../media/image826.png"/><Relationship Id="rId163" Type="http://schemas.openxmlformats.org/officeDocument/2006/relationships/image" Target="../media/image835.png"/><Relationship Id="rId184" Type="http://schemas.openxmlformats.org/officeDocument/2006/relationships/customXml" Target="../ink/ink157.xml"/><Relationship Id="rId189" Type="http://schemas.openxmlformats.org/officeDocument/2006/relationships/image" Target="../media/image848.png"/><Relationship Id="rId3" Type="http://schemas.openxmlformats.org/officeDocument/2006/relationships/customXml" Target="../ink/ink75.xml"/><Relationship Id="rId214" Type="http://schemas.openxmlformats.org/officeDocument/2006/relationships/image" Target="../media/image8.jpeg"/><Relationship Id="rId46" Type="http://schemas.openxmlformats.org/officeDocument/2006/relationships/image" Target="../media/image781.png"/><Relationship Id="rId67" Type="http://schemas.openxmlformats.org/officeDocument/2006/relationships/customXml" Target="../ink/ink97.xml"/><Relationship Id="rId116" Type="http://schemas.openxmlformats.org/officeDocument/2006/relationships/image" Target="../media/image816.png"/><Relationship Id="rId137" Type="http://schemas.openxmlformats.org/officeDocument/2006/relationships/customXml" Target="../ink/ink132.xml"/><Relationship Id="rId158" Type="http://schemas.openxmlformats.org/officeDocument/2006/relationships/customXml" Target="../ink/ink144.xml"/><Relationship Id="rId41" Type="http://schemas.openxmlformats.org/officeDocument/2006/relationships/customXml" Target="../ink/ink84.xml"/><Relationship Id="rId62" Type="http://schemas.openxmlformats.org/officeDocument/2006/relationships/image" Target="../media/image789.png"/><Relationship Id="rId83" Type="http://schemas.openxmlformats.org/officeDocument/2006/relationships/customXml" Target="../ink/ink105.xml"/><Relationship Id="rId88" Type="http://schemas.openxmlformats.org/officeDocument/2006/relationships/image" Target="../media/image802.png"/><Relationship Id="rId111" Type="http://schemas.openxmlformats.org/officeDocument/2006/relationships/customXml" Target="../ink/ink119.xml"/><Relationship Id="rId132" Type="http://schemas.openxmlformats.org/officeDocument/2006/relationships/image" Target="../media/image58100.png"/><Relationship Id="rId153" Type="http://schemas.openxmlformats.org/officeDocument/2006/relationships/image" Target="../media/image830.png"/><Relationship Id="rId174" Type="http://schemas.openxmlformats.org/officeDocument/2006/relationships/customXml" Target="../ink/ink152.xml"/><Relationship Id="rId179" Type="http://schemas.openxmlformats.org/officeDocument/2006/relationships/image" Target="../media/image843.png"/><Relationship Id="rId195" Type="http://schemas.openxmlformats.org/officeDocument/2006/relationships/image" Target="../media/image851.png"/><Relationship Id="rId209" Type="http://schemas.openxmlformats.org/officeDocument/2006/relationships/image" Target="../media/image858.png"/><Relationship Id="rId190" Type="http://schemas.openxmlformats.org/officeDocument/2006/relationships/customXml" Target="../ink/ink160.xml"/><Relationship Id="rId204" Type="http://schemas.openxmlformats.org/officeDocument/2006/relationships/customXml" Target="../ink/ink167.xml"/><Relationship Id="rId36" Type="http://schemas.openxmlformats.org/officeDocument/2006/relationships/image" Target="../media/image776.png"/><Relationship Id="rId57" Type="http://schemas.openxmlformats.org/officeDocument/2006/relationships/customXml" Target="../ink/ink92.xml"/><Relationship Id="rId106" Type="http://schemas.openxmlformats.org/officeDocument/2006/relationships/image" Target="../media/image811.png"/><Relationship Id="rId127" Type="http://schemas.openxmlformats.org/officeDocument/2006/relationships/customXml" Target="../ink/ink127.xml"/><Relationship Id="rId31" Type="http://schemas.openxmlformats.org/officeDocument/2006/relationships/customXml" Target="../ink/ink79.xml"/><Relationship Id="rId52" Type="http://schemas.openxmlformats.org/officeDocument/2006/relationships/image" Target="../media/image784.png"/><Relationship Id="rId73" Type="http://schemas.openxmlformats.org/officeDocument/2006/relationships/customXml" Target="../ink/ink100.xml"/><Relationship Id="rId78" Type="http://schemas.openxmlformats.org/officeDocument/2006/relationships/image" Target="../media/image797.png"/><Relationship Id="rId94" Type="http://schemas.openxmlformats.org/officeDocument/2006/relationships/image" Target="../media/image805.png"/><Relationship Id="rId99" Type="http://schemas.openxmlformats.org/officeDocument/2006/relationships/customXml" Target="../ink/ink113.xml"/><Relationship Id="rId101" Type="http://schemas.openxmlformats.org/officeDocument/2006/relationships/customXml" Target="../ink/ink114.xml"/><Relationship Id="rId122" Type="http://schemas.openxmlformats.org/officeDocument/2006/relationships/image" Target="../media/image819.png"/><Relationship Id="rId143" Type="http://schemas.openxmlformats.org/officeDocument/2006/relationships/customXml" Target="../ink/ink135.xml"/><Relationship Id="rId148" Type="http://schemas.openxmlformats.org/officeDocument/2006/relationships/customXml" Target="../ink/ink139.xml"/><Relationship Id="rId164" Type="http://schemas.openxmlformats.org/officeDocument/2006/relationships/customXml" Target="../ink/ink147.xml"/><Relationship Id="rId169" Type="http://schemas.openxmlformats.org/officeDocument/2006/relationships/image" Target="../media/image838.png"/><Relationship Id="rId185" Type="http://schemas.openxmlformats.org/officeDocument/2006/relationships/image" Target="../media/image846.png"/><Relationship Id="rId4" Type="http://schemas.openxmlformats.org/officeDocument/2006/relationships/image" Target="../media/image773.png"/><Relationship Id="rId9" Type="http://schemas.openxmlformats.org/officeDocument/2006/relationships/customXml" Target="../ink/ink78.xml"/><Relationship Id="rId180" Type="http://schemas.openxmlformats.org/officeDocument/2006/relationships/customXml" Target="../ink/ink155.xml"/><Relationship Id="rId210" Type="http://schemas.openxmlformats.org/officeDocument/2006/relationships/customXml" Target="../ink/ink170.xml"/><Relationship Id="rId47" Type="http://schemas.openxmlformats.org/officeDocument/2006/relationships/customXml" Target="../ink/ink87.xml"/><Relationship Id="rId68" Type="http://schemas.openxmlformats.org/officeDocument/2006/relationships/image" Target="../media/image792.png"/><Relationship Id="rId89" Type="http://schemas.openxmlformats.org/officeDocument/2006/relationships/customXml" Target="../ink/ink108.xml"/><Relationship Id="rId112" Type="http://schemas.openxmlformats.org/officeDocument/2006/relationships/image" Target="../media/image814.png"/><Relationship Id="rId133" Type="http://schemas.openxmlformats.org/officeDocument/2006/relationships/customXml" Target="../ink/ink130.xml"/><Relationship Id="rId154" Type="http://schemas.openxmlformats.org/officeDocument/2006/relationships/customXml" Target="../ink/ink142.xml"/><Relationship Id="rId175" Type="http://schemas.openxmlformats.org/officeDocument/2006/relationships/image" Target="../media/image841.png"/><Relationship Id="rId196" Type="http://schemas.openxmlformats.org/officeDocument/2006/relationships/customXml" Target="../ink/ink163.xml"/><Relationship Id="rId200" Type="http://schemas.openxmlformats.org/officeDocument/2006/relationships/customXml" Target="../ink/ink165.xml"/><Relationship Id="rId37" Type="http://schemas.openxmlformats.org/officeDocument/2006/relationships/customXml" Target="../ink/ink82.xml"/><Relationship Id="rId58" Type="http://schemas.openxmlformats.org/officeDocument/2006/relationships/image" Target="../media/image787.png"/><Relationship Id="rId79" Type="http://schemas.openxmlformats.org/officeDocument/2006/relationships/customXml" Target="../ink/ink103.xml"/><Relationship Id="rId102" Type="http://schemas.openxmlformats.org/officeDocument/2006/relationships/image" Target="../media/image809.png"/><Relationship Id="rId123" Type="http://schemas.openxmlformats.org/officeDocument/2006/relationships/customXml" Target="../ink/ink125.xml"/><Relationship Id="rId144" Type="http://schemas.openxmlformats.org/officeDocument/2006/relationships/image" Target="../media/image827.png"/><Relationship Id="rId90" Type="http://schemas.openxmlformats.org/officeDocument/2006/relationships/image" Target="../media/image803.png"/><Relationship Id="rId165" Type="http://schemas.openxmlformats.org/officeDocument/2006/relationships/image" Target="../media/image836.png"/><Relationship Id="rId186" Type="http://schemas.openxmlformats.org/officeDocument/2006/relationships/customXml" Target="../ink/ink158.xml"/><Relationship Id="rId211" Type="http://schemas.openxmlformats.org/officeDocument/2006/relationships/image" Target="../media/image859.png"/><Relationship Id="rId48" Type="http://schemas.openxmlformats.org/officeDocument/2006/relationships/image" Target="../media/image782.png"/><Relationship Id="rId69" Type="http://schemas.openxmlformats.org/officeDocument/2006/relationships/customXml" Target="../ink/ink98.xml"/><Relationship Id="rId113" Type="http://schemas.openxmlformats.org/officeDocument/2006/relationships/customXml" Target="../ink/ink120.xml"/><Relationship Id="rId134" Type="http://schemas.openxmlformats.org/officeDocument/2006/relationships/image" Target="../media/image822.png"/><Relationship Id="rId80" Type="http://schemas.openxmlformats.org/officeDocument/2006/relationships/image" Target="../media/image798.png"/><Relationship Id="rId155" Type="http://schemas.openxmlformats.org/officeDocument/2006/relationships/image" Target="../media/image831.png"/><Relationship Id="rId176" Type="http://schemas.openxmlformats.org/officeDocument/2006/relationships/customXml" Target="../ink/ink153.xml"/><Relationship Id="rId197" Type="http://schemas.openxmlformats.org/officeDocument/2006/relationships/image" Target="../media/image852.png"/><Relationship Id="rId201" Type="http://schemas.openxmlformats.org/officeDocument/2006/relationships/image" Target="../media/image854.png"/><Relationship Id="rId38" Type="http://schemas.openxmlformats.org/officeDocument/2006/relationships/image" Target="../media/image777.png"/><Relationship Id="rId59" Type="http://schemas.openxmlformats.org/officeDocument/2006/relationships/customXml" Target="../ink/ink93.xml"/><Relationship Id="rId103" Type="http://schemas.openxmlformats.org/officeDocument/2006/relationships/customXml" Target="../ink/ink115.xml"/><Relationship Id="rId124" Type="http://schemas.openxmlformats.org/officeDocument/2006/relationships/image" Target="../media/image820.png"/><Relationship Id="rId70" Type="http://schemas.openxmlformats.org/officeDocument/2006/relationships/image" Target="../media/image793.png"/><Relationship Id="rId91" Type="http://schemas.openxmlformats.org/officeDocument/2006/relationships/customXml" Target="../ink/ink109.xml"/><Relationship Id="rId145" Type="http://schemas.openxmlformats.org/officeDocument/2006/relationships/customXml" Target="../ink/ink136.xml"/><Relationship Id="rId166" Type="http://schemas.openxmlformats.org/officeDocument/2006/relationships/customXml" Target="../ink/ink148.xml"/><Relationship Id="rId187" Type="http://schemas.openxmlformats.org/officeDocument/2006/relationships/image" Target="../media/image847.png"/><Relationship Id="rId1" Type="http://schemas.openxmlformats.org/officeDocument/2006/relationships/slideLayout" Target="../slideLayouts/slideLayout5.xml"/><Relationship Id="rId212" Type="http://schemas.openxmlformats.org/officeDocument/2006/relationships/customXml" Target="../ink/ink171.xml"/><Relationship Id="rId49" Type="http://schemas.openxmlformats.org/officeDocument/2006/relationships/customXml" Target="../ink/ink88.xml"/><Relationship Id="rId114" Type="http://schemas.openxmlformats.org/officeDocument/2006/relationships/image" Target="../media/image815.png"/><Relationship Id="rId60" Type="http://schemas.openxmlformats.org/officeDocument/2006/relationships/image" Target="../media/image788.png"/><Relationship Id="rId81" Type="http://schemas.openxmlformats.org/officeDocument/2006/relationships/customXml" Target="../ink/ink104.xml"/><Relationship Id="rId135" Type="http://schemas.openxmlformats.org/officeDocument/2006/relationships/customXml" Target="../ink/ink131.xml"/><Relationship Id="rId156" Type="http://schemas.openxmlformats.org/officeDocument/2006/relationships/customXml" Target="../ink/ink143.xml"/><Relationship Id="rId177" Type="http://schemas.openxmlformats.org/officeDocument/2006/relationships/image" Target="../media/image842.png"/><Relationship Id="rId198" Type="http://schemas.openxmlformats.org/officeDocument/2006/relationships/customXml" Target="../ink/ink164.xml"/><Relationship Id="rId202" Type="http://schemas.openxmlformats.org/officeDocument/2006/relationships/customXml" Target="../ink/ink166.xml"/><Relationship Id="rId39" Type="http://schemas.openxmlformats.org/officeDocument/2006/relationships/customXml" Target="../ink/ink8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68.png"/><Relationship Id="rId3" Type="http://schemas.openxmlformats.org/officeDocument/2006/relationships/customXml" Target="../ink/ink172.xml"/><Relationship Id="rId7" Type="http://schemas.openxmlformats.org/officeDocument/2006/relationships/image" Target="../media/image5.png"/><Relationship Id="rId12" Type="http://schemas.openxmlformats.org/officeDocument/2006/relationships/image" Target="../media/image867.png"/><Relationship Id="rId2" Type="http://schemas.openxmlformats.org/officeDocument/2006/relationships/image" Target="../media/image4.png"/><Relationship Id="rId16" Type="http://schemas.openxmlformats.org/officeDocument/2006/relationships/image" Target="../media/image8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10.png"/><Relationship Id="rId11" Type="http://schemas.openxmlformats.org/officeDocument/2006/relationships/image" Target="../media/image866.png"/><Relationship Id="rId5" Type="http://schemas.openxmlformats.org/officeDocument/2006/relationships/customXml" Target="../ink/ink173.xml"/><Relationship Id="rId15" Type="http://schemas.openxmlformats.org/officeDocument/2006/relationships/image" Target="../media/image870.png"/><Relationship Id="rId10" Type="http://schemas.openxmlformats.org/officeDocument/2006/relationships/image" Target="../media/image865.png"/><Relationship Id="rId4" Type="http://schemas.openxmlformats.org/officeDocument/2006/relationships/image" Target="../media/image6810.png"/><Relationship Id="rId9" Type="http://schemas.openxmlformats.org/officeDocument/2006/relationships/image" Target="../media/image7.png"/><Relationship Id="rId14" Type="http://schemas.openxmlformats.org/officeDocument/2006/relationships/image" Target="../media/image8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10.png"/><Relationship Id="rId18" Type="http://schemas.openxmlformats.org/officeDocument/2006/relationships/image" Target="../media/image874.png"/><Relationship Id="rId26" Type="http://schemas.openxmlformats.org/officeDocument/2006/relationships/image" Target="../media/image882.png"/><Relationship Id="rId3" Type="http://schemas.openxmlformats.org/officeDocument/2006/relationships/image" Target="../media/image7310.png"/><Relationship Id="rId21" Type="http://schemas.openxmlformats.org/officeDocument/2006/relationships/image" Target="../media/image877.png"/><Relationship Id="rId7" Type="http://schemas.openxmlformats.org/officeDocument/2006/relationships/image" Target="../media/image873.png"/><Relationship Id="rId12" Type="http://schemas.openxmlformats.org/officeDocument/2006/relationships/customXml" Target="../ink/ink179.xml"/><Relationship Id="rId17" Type="http://schemas.openxmlformats.org/officeDocument/2006/relationships/image" Target="../media/image8010.png"/><Relationship Id="rId25" Type="http://schemas.openxmlformats.org/officeDocument/2006/relationships/image" Target="../media/image881.png"/><Relationship Id="rId33" Type="http://schemas.openxmlformats.org/officeDocument/2006/relationships/image" Target="../media/image9.jpeg"/><Relationship Id="rId2" Type="http://schemas.openxmlformats.org/officeDocument/2006/relationships/customXml" Target="../ink/ink174.xml"/><Relationship Id="rId16" Type="http://schemas.openxmlformats.org/officeDocument/2006/relationships/customXml" Target="../ink/ink181.xml"/><Relationship Id="rId20" Type="http://schemas.openxmlformats.org/officeDocument/2006/relationships/image" Target="../media/image876.png"/><Relationship Id="rId29" Type="http://schemas.openxmlformats.org/officeDocument/2006/relationships/image" Target="../media/image885.png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176.xml"/><Relationship Id="rId11" Type="http://schemas.openxmlformats.org/officeDocument/2006/relationships/image" Target="../media/image7710.png"/><Relationship Id="rId24" Type="http://schemas.openxmlformats.org/officeDocument/2006/relationships/image" Target="../media/image880.png"/><Relationship Id="rId32" Type="http://schemas.openxmlformats.org/officeDocument/2006/relationships/image" Target="../media/image888.png"/><Relationship Id="rId5" Type="http://schemas.openxmlformats.org/officeDocument/2006/relationships/image" Target="../media/image872.png"/><Relationship Id="rId15" Type="http://schemas.openxmlformats.org/officeDocument/2006/relationships/image" Target="../media/image7910.png"/><Relationship Id="rId23" Type="http://schemas.openxmlformats.org/officeDocument/2006/relationships/image" Target="../media/image879.png"/><Relationship Id="rId28" Type="http://schemas.openxmlformats.org/officeDocument/2006/relationships/image" Target="../media/image884.png"/><Relationship Id="rId10" Type="http://schemas.openxmlformats.org/officeDocument/2006/relationships/customXml" Target="../ink/ink178.xml"/><Relationship Id="rId19" Type="http://schemas.openxmlformats.org/officeDocument/2006/relationships/image" Target="../media/image875.png"/><Relationship Id="rId31" Type="http://schemas.openxmlformats.org/officeDocument/2006/relationships/image" Target="../media/image887.png"/><Relationship Id="rId4" Type="http://schemas.openxmlformats.org/officeDocument/2006/relationships/customXml" Target="../ink/ink175.xml"/><Relationship Id="rId9" Type="http://schemas.openxmlformats.org/officeDocument/2006/relationships/image" Target="../media/image7610.png"/><Relationship Id="rId14" Type="http://schemas.openxmlformats.org/officeDocument/2006/relationships/customXml" Target="../ink/ink180.xml"/><Relationship Id="rId22" Type="http://schemas.openxmlformats.org/officeDocument/2006/relationships/image" Target="../media/image878.png"/><Relationship Id="rId27" Type="http://schemas.openxmlformats.org/officeDocument/2006/relationships/image" Target="../media/image883.png"/><Relationship Id="rId30" Type="http://schemas.openxmlformats.org/officeDocument/2006/relationships/image" Target="../media/image886.png"/><Relationship Id="rId8" Type="http://schemas.openxmlformats.org/officeDocument/2006/relationships/customXml" Target="../ink/ink1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BBCE76-56EC-48D3-99B6-A370B853CEE9}"/>
              </a:ext>
            </a:extLst>
          </p:cNvPr>
          <p:cNvSpPr txBox="1"/>
          <p:nvPr/>
        </p:nvSpPr>
        <p:spPr>
          <a:xfrm>
            <a:off x="120650" y="2413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・三角関数</a:t>
            </a:r>
            <a:endParaRPr kumimoji="1" lang="ja-JP" altLang="en-US" b="1" u="sng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B424B07-BED7-44DF-A25E-6FC63CCDD227}"/>
              </a:ext>
            </a:extLst>
          </p:cNvPr>
          <p:cNvSpPr txBox="1"/>
          <p:nvPr/>
        </p:nvSpPr>
        <p:spPr>
          <a:xfrm>
            <a:off x="119380" y="4889500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・弧度法と</a:t>
            </a:r>
            <a:r>
              <a:rPr kumimoji="1" lang="en-US" altLang="ja-JP" sz="1200" b="1" u="sng" dirty="0"/>
              <a:t>π(</a:t>
            </a:r>
            <a:r>
              <a:rPr kumimoji="1" lang="ja-JP" altLang="en-US" sz="1200" b="1" u="sng" dirty="0"/>
              <a:t>ラジアン</a:t>
            </a:r>
            <a:r>
              <a:rPr kumimoji="1" lang="en-US" altLang="ja-JP" sz="1200" b="1" u="sng" dirty="0"/>
              <a:t>)</a:t>
            </a:r>
            <a:endParaRPr kumimoji="1" lang="ja-JP" altLang="en-US" b="1" u="sng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BC76ECF-F093-441A-9206-46DEAF6C9B4D}"/>
              </a:ext>
            </a:extLst>
          </p:cNvPr>
          <p:cNvSpPr txBox="1"/>
          <p:nvPr/>
        </p:nvSpPr>
        <p:spPr>
          <a:xfrm>
            <a:off x="228600" y="517527"/>
            <a:ext cx="3657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三角比の性質元に、</a:t>
            </a:r>
            <a:r>
              <a:rPr kumimoji="1" lang="ja-JP" altLang="en-US" sz="1200" b="1" dirty="0"/>
              <a:t>様々な法則を式にまとめた</a:t>
            </a:r>
            <a:r>
              <a:rPr kumimoji="1" lang="ja-JP" altLang="en-US" sz="1200" dirty="0"/>
              <a:t>のが三角関数です。</a:t>
            </a:r>
            <a:endParaRPr kumimoji="1" lang="en-US" altLang="ja-JP" sz="1200" dirty="0"/>
          </a:p>
          <a:p>
            <a:r>
              <a:rPr kumimoji="1" lang="ja-JP" altLang="en-US" sz="1200" dirty="0"/>
              <a:t>代表例は以下の三つです。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dirty="0"/>
              <a:t>・余弦定理</a:t>
            </a:r>
            <a:endParaRPr kumimoji="1" lang="en-US" altLang="ja-JP" dirty="0"/>
          </a:p>
          <a:p>
            <a:r>
              <a:rPr kumimoji="1" lang="ja-JP" altLang="en-US" dirty="0"/>
              <a:t>・正弦定理</a:t>
            </a:r>
            <a:endParaRPr kumimoji="1" lang="en-US" altLang="ja-JP" dirty="0"/>
          </a:p>
          <a:p>
            <a:r>
              <a:rPr kumimoji="1" lang="ja-JP" altLang="en-US" dirty="0"/>
              <a:t>・加法定理</a:t>
            </a:r>
            <a:endParaRPr kumimoji="1" lang="en-US" altLang="ja-JP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本当は全部覚えたほうが良いですが、</a:t>
            </a:r>
            <a:endParaRPr kumimoji="1" lang="en-US" altLang="ja-JP" sz="1200" dirty="0"/>
          </a:p>
          <a:p>
            <a:r>
              <a:rPr kumimoji="1" lang="ja-JP" altLang="en-US" sz="1200" dirty="0"/>
              <a:t>ゲームなら加法定理だけ覚えておけばどうにかなります。</a:t>
            </a:r>
            <a:endParaRPr kumimoji="1" lang="en-US" altLang="ja-JP" sz="1200" dirty="0"/>
          </a:p>
          <a:p>
            <a:r>
              <a:rPr kumimoji="1" lang="en-US" altLang="ja-JP" sz="1200" dirty="0"/>
              <a:t>(※</a:t>
            </a:r>
            <a:r>
              <a:rPr kumimoji="1" lang="ja-JP" altLang="en-US" sz="1200" dirty="0"/>
              <a:t>ただし、加法の証明には余弦と正弦が必要です</a:t>
            </a:r>
            <a:r>
              <a:rPr kumimoji="1" lang="en-US" altLang="ja-JP" sz="1200" dirty="0"/>
              <a:t>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A2136E-2043-41EC-BFA5-BC5CC84FB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213099"/>
            <a:ext cx="7131050" cy="149344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FA457B7-41D2-4420-9745-F22E15028B96}"/>
              </a:ext>
            </a:extLst>
          </p:cNvPr>
          <p:cNvSpPr txBox="1"/>
          <p:nvPr/>
        </p:nvSpPr>
        <p:spPr>
          <a:xfrm>
            <a:off x="3960644" y="1007429"/>
            <a:ext cx="3560590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400" dirty="0"/>
              <a:t>覚えたほうが良いですが、</a:t>
            </a:r>
            <a:endParaRPr kumimoji="1" lang="en-US" altLang="ja-JP" sz="1400" dirty="0"/>
          </a:p>
          <a:p>
            <a:r>
              <a:rPr kumimoji="1" lang="ja-JP" altLang="en-US" sz="1400" dirty="0"/>
              <a:t>覚えれないなら覚えれないで良いです。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なんとなく形を覚えて、</a:t>
            </a:r>
            <a:endParaRPr kumimoji="1" lang="en-US" altLang="ja-JP" sz="1400" dirty="0"/>
          </a:p>
          <a:p>
            <a:r>
              <a:rPr kumimoji="1" lang="ja-JP" altLang="en-US" sz="1400" dirty="0"/>
              <a:t>必要なときに探して使えるようになりましょう。</a:t>
            </a:r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B5534F08-3E7B-40B3-8B38-2C87DA258E78}"/>
              </a:ext>
            </a:extLst>
          </p:cNvPr>
          <p:cNvSpPr/>
          <p:nvPr/>
        </p:nvSpPr>
        <p:spPr>
          <a:xfrm>
            <a:off x="4921250" y="2364380"/>
            <a:ext cx="1638300" cy="5181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3BB037D-B547-41D1-99A6-204C9F3456B8}"/>
                  </a:ext>
                </a:extLst>
              </p:cNvPr>
              <p:cNvSpPr txBox="1"/>
              <p:nvPr/>
            </p:nvSpPr>
            <p:spPr>
              <a:xfrm>
                <a:off x="228600" y="5270500"/>
                <a:ext cx="3657600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200" dirty="0"/>
                  <a:t>これまで弧度法で考えてきましたが、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計算の簡便さから一般的には</a:t>
                </a:r>
                <a:r>
                  <a:rPr kumimoji="1" lang="en-US" altLang="ja-JP" sz="1200" dirty="0"/>
                  <a:t>π(</a:t>
                </a:r>
                <a:r>
                  <a:rPr kumimoji="1" lang="ja-JP" altLang="en-US" sz="1200" dirty="0"/>
                  <a:t>ラジアン</a:t>
                </a:r>
                <a:r>
                  <a:rPr kumimoji="1" lang="en-US" altLang="ja-JP" sz="1200" dirty="0"/>
                  <a:t>)</a:t>
                </a:r>
                <a:r>
                  <a:rPr kumimoji="1" lang="ja-JP" altLang="en-US" sz="1200" dirty="0"/>
                  <a:t>で計算します。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難しいことは考えずに、</a:t>
                </a:r>
                <a:r>
                  <a:rPr kumimoji="1" lang="en-US" altLang="ja-JP" sz="1200" dirty="0"/>
                  <a:t>π=180°</a:t>
                </a:r>
                <a:r>
                  <a:rPr kumimoji="1" lang="ja-JP" altLang="en-US" sz="1200" dirty="0"/>
                  <a:t>だと思いましょう。</a:t>
                </a:r>
                <a:endParaRPr kumimoji="1" lang="en-US" altLang="ja-JP" sz="1200" dirty="0"/>
              </a:p>
              <a:p>
                <a:r>
                  <a:rPr kumimoji="1" lang="en-US" altLang="ja-JP" sz="1200" dirty="0"/>
                  <a:t>(π=3.1415….. </a:t>
                </a:r>
                <a:r>
                  <a:rPr kumimoji="1" lang="ja-JP" altLang="en-US" sz="1200" dirty="0"/>
                  <a:t>つまり、円周率です</a:t>
                </a:r>
                <a:r>
                  <a:rPr kumimoji="1" lang="en-US" altLang="ja-JP" sz="1200" dirty="0"/>
                  <a:t>)</a:t>
                </a:r>
              </a:p>
              <a:p>
                <a:endParaRPr kumimoji="1" lang="en-US" altLang="ja-JP" sz="1200" dirty="0"/>
              </a:p>
              <a:p>
                <a:r>
                  <a:rPr kumimoji="1" lang="en-US" altLang="ja-JP" sz="1200" dirty="0"/>
                  <a:t>π</a:t>
                </a:r>
                <a:r>
                  <a:rPr kumimoji="1" lang="ja-JP" altLang="en-US" sz="1200" dirty="0"/>
                  <a:t>で考えていくと、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表記もいろいろ変わります。</a:t>
                </a:r>
                <a:endParaRPr kumimoji="1" lang="en-US" altLang="ja-JP" sz="1200" dirty="0"/>
              </a:p>
              <a:p>
                <a:endParaRPr kumimoji="1" lang="en-US" altLang="ja-JP" sz="1200" dirty="0"/>
              </a:p>
              <a:p>
                <a:r>
                  <a:rPr kumimoji="1" lang="ja-JP" altLang="en-US" sz="1200" dirty="0"/>
                  <a:t>（円周の長さ）　＝　</a:t>
                </a:r>
                <a14:m>
                  <m:oMath xmlns:m="http://schemas.openxmlformats.org/officeDocument/2006/math"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kumimoji="1" lang="en-US" altLang="ja-JP" sz="1200" dirty="0"/>
              </a:p>
              <a:p>
                <a:r>
                  <a:rPr kumimoji="1" lang="ja-JP" altLang="en-US" sz="1200" dirty="0"/>
                  <a:t>（円の面積）＝　</a:t>
                </a:r>
                <a14:m>
                  <m:oMath xmlns:m="http://schemas.openxmlformats.org/officeDocument/2006/math"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kumimoji="1" lang="ja-JP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1200" dirty="0"/>
              </a:p>
              <a:p>
                <a:r>
                  <a:rPr kumimoji="1" lang="ja-JP" altLang="en-US" sz="1200" dirty="0"/>
                  <a:t>（円柱の面積）</a:t>
                </a:r>
                <a:r>
                  <a:rPr kumimoji="1" lang="en-US" altLang="ja-JP" sz="1200" dirty="0"/>
                  <a:t>=</a:t>
                </a:r>
                <a14:m>
                  <m:oMath xmlns:m="http://schemas.openxmlformats.org/officeDocument/2006/math">
                    <m:r>
                      <a:rPr kumimoji="1" lang="ja-JP" altLang="en-US" sz="1200" i="1" dirty="0">
                        <a:latin typeface="Cambria Math" panose="02040503050406030204" pitchFamily="18" charset="0"/>
                      </a:rPr>
                      <m:t>　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kumimoji="1" lang="ja-JP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1200" b="0" i="0" smtClean="0"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r>
                  <a:rPr kumimoji="1" lang="en-US" altLang="ja-JP" sz="1200" dirty="0"/>
                  <a:t> </a:t>
                </a:r>
                <a:r>
                  <a:rPr kumimoji="1" lang="ja-JP" altLang="en-US" sz="1200" dirty="0"/>
                  <a:t>高さ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（円錐の面積）</a:t>
                </a:r>
                <a:r>
                  <a:rPr kumimoji="1" lang="en-US" altLang="ja-JP" sz="1200" dirty="0"/>
                  <a:t>=</a:t>
                </a:r>
                <a14:m>
                  <m:oMath xmlns:m="http://schemas.openxmlformats.org/officeDocument/2006/math">
                    <m:r>
                      <a:rPr kumimoji="1" lang="en-US" altLang="ja-JP" sz="12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kumimoji="1" lang="ja-JP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1200" dirty="0"/>
                  <a:t>*</a:t>
                </a:r>
                <a:r>
                  <a:rPr kumimoji="1" lang="ja-JP" altLang="en-US" sz="1200" dirty="0"/>
                  <a:t>高さ</a:t>
                </a:r>
                <a:r>
                  <a:rPr kumimoji="1" lang="en-US" altLang="ja-JP" sz="1200" dirty="0"/>
                  <a:t> / 3</a:t>
                </a: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3BB037D-B547-41D1-99A6-204C9F345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270500"/>
                <a:ext cx="3657600" cy="2523768"/>
              </a:xfrm>
              <a:prstGeom prst="rect">
                <a:avLst/>
              </a:prstGeom>
              <a:blipFill>
                <a:blip r:embed="rId3"/>
                <a:stretch>
                  <a:fillRect l="-167" t="-242" r="-2167" b="-9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1534E18-9B3F-4153-BF6D-AA4FB98EF756}"/>
                  </a:ext>
                </a:extLst>
              </p:cNvPr>
              <p:cNvSpPr txBox="1"/>
              <p:nvPr/>
            </p:nvSpPr>
            <p:spPr>
              <a:xfrm>
                <a:off x="3999314" y="5163959"/>
                <a:ext cx="3482171" cy="493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en-US" altLang="ja-JP" sz="1400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  <m:t>　</m:t>
                          </m:r>
                          <m:r>
                            <m:rPr>
                              <m:sty m:val="p"/>
                            </m:rPr>
                            <a:rPr kumimoji="1" lang="ja-JP" altLang="en-US" sz="140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1534E18-9B3F-4153-BF6D-AA4FB98EF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314" y="5163959"/>
                <a:ext cx="3482171" cy="493468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2F6FA2AA-4B7D-4EC4-9AA9-0A8AE0D2F284}"/>
                  </a:ext>
                </a:extLst>
              </p:cNvPr>
              <p:cNvSpPr txBox="1"/>
              <p:nvPr/>
            </p:nvSpPr>
            <p:spPr>
              <a:xfrm>
                <a:off x="3960644" y="5770606"/>
                <a:ext cx="3482171" cy="493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en-US" altLang="ja-JP" sz="1400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4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  <m:t>　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2F6FA2AA-4B7D-4EC4-9AA9-0A8AE0D2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44" y="5770606"/>
                <a:ext cx="3482171" cy="493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9C7D7075-517F-468D-9FA8-2F28236D80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549" y="6377253"/>
            <a:ext cx="3388359" cy="151638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2C6257-C38E-4B3B-B5C4-3B59FFC5F7F0}"/>
              </a:ext>
            </a:extLst>
          </p:cNvPr>
          <p:cNvSpPr/>
          <p:nvPr/>
        </p:nvSpPr>
        <p:spPr>
          <a:xfrm>
            <a:off x="4083050" y="5050780"/>
            <a:ext cx="3285321" cy="1286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A847B4D-AE7C-4760-B0FF-774C8B283385}"/>
              </a:ext>
            </a:extLst>
          </p:cNvPr>
          <p:cNvSpPr txBox="1"/>
          <p:nvPr/>
        </p:nvSpPr>
        <p:spPr>
          <a:xfrm>
            <a:off x="4007549" y="4880022"/>
            <a:ext cx="1031051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050" dirty="0"/>
              <a:t>これは覚える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0CC366-1053-4C93-A4B0-E87A29C13081}"/>
              </a:ext>
            </a:extLst>
          </p:cNvPr>
          <p:cNvSpPr txBox="1"/>
          <p:nvPr/>
        </p:nvSpPr>
        <p:spPr>
          <a:xfrm>
            <a:off x="104140" y="80137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・基本問題</a:t>
            </a:r>
            <a:endParaRPr kumimoji="1" lang="ja-JP" altLang="en-US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852F8DC-8831-4A05-8451-6F5B40C613B3}"/>
                  </a:ext>
                </a:extLst>
              </p:cNvPr>
              <p:cNvSpPr txBox="1"/>
              <p:nvPr/>
            </p:nvSpPr>
            <p:spPr>
              <a:xfrm>
                <a:off x="294932" y="8510131"/>
                <a:ext cx="1193660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2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852F8DC-8831-4A05-8451-6F5B40C61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32" y="8510131"/>
                <a:ext cx="1193660" cy="414985"/>
              </a:xfrm>
              <a:prstGeom prst="rect">
                <a:avLst/>
              </a:prstGeom>
              <a:blipFill>
                <a:blip r:embed="rId7"/>
                <a:stretch>
                  <a:fillRect l="-2551" r="-510" b="-14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9AC4FCC-B6C0-4CC3-BF45-A8DC1617C6D7}"/>
                  </a:ext>
                </a:extLst>
              </p:cNvPr>
              <p:cNvSpPr txBox="1"/>
              <p:nvPr/>
            </p:nvSpPr>
            <p:spPr>
              <a:xfrm>
                <a:off x="294932" y="9437044"/>
                <a:ext cx="1030090" cy="4078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9AC4FCC-B6C0-4CC3-BF45-A8DC1617C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32" y="9437044"/>
                <a:ext cx="1030090" cy="407869"/>
              </a:xfrm>
              <a:prstGeom prst="rect">
                <a:avLst/>
              </a:prstGeom>
              <a:blipFill>
                <a:blip r:embed="rId8"/>
                <a:stretch>
                  <a:fillRect l="-1183" r="-1183" b="-1194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FB0D7D-60C3-4A8B-AED8-9C62FE30863E}"/>
                  </a:ext>
                </a:extLst>
              </p:cNvPr>
              <p:cNvSpPr txBox="1"/>
              <p:nvPr/>
            </p:nvSpPr>
            <p:spPr>
              <a:xfrm>
                <a:off x="3625850" y="8510131"/>
                <a:ext cx="1193660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2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FB0D7D-60C3-4A8B-AED8-9C62FE308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850" y="8510131"/>
                <a:ext cx="1193660" cy="414985"/>
              </a:xfrm>
              <a:prstGeom prst="rect">
                <a:avLst/>
              </a:prstGeom>
              <a:blipFill>
                <a:blip r:embed="rId9"/>
                <a:stretch>
                  <a:fillRect l="-2551" r="-510" b="-14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664CC111-3A15-484C-8700-26AD08ABBA4C}"/>
                  </a:ext>
                </a:extLst>
              </p:cNvPr>
              <p:cNvSpPr txBox="1"/>
              <p:nvPr/>
            </p:nvSpPr>
            <p:spPr>
              <a:xfrm>
                <a:off x="3617867" y="9398956"/>
                <a:ext cx="1058559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664CC111-3A15-484C-8700-26AD08ABB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867" y="9398956"/>
                <a:ext cx="1058559" cy="484043"/>
              </a:xfrm>
              <a:prstGeom prst="rect">
                <a:avLst/>
              </a:prstGeom>
              <a:blipFill>
                <a:blip r:embed="rId10"/>
                <a:stretch>
                  <a:fillRect l="-1149" r="-11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016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 txBox="1"/>
          <p:nvPr/>
        </p:nvSpPr>
        <p:spPr>
          <a:xfrm>
            <a:off x="672782" y="444246"/>
            <a:ext cx="311785" cy="20447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１２</a:t>
            </a:r>
            <a:endParaRPr sz="1200">
              <a:latin typeface="ＭＳ ゴシック"/>
              <a:cs typeface="ＭＳ ゴシック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9734" y="454402"/>
            <a:ext cx="1532890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5"/>
              </a:spcBef>
            </a:pPr>
            <a:r>
              <a:rPr sz="1050" spc="-20" dirty="0">
                <a:latin typeface="ＭＳ 明朝"/>
                <a:cs typeface="ＭＳ 明朝"/>
              </a:rPr>
              <a:t>次の値を求めよ。</a:t>
            </a:r>
            <a:endParaRPr sz="1050" dirty="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 dirty="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tabLst>
                <a:tab pos="33972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1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45" dirty="0">
                <a:latin typeface="Cambria Math"/>
                <a:cs typeface="Cambria Math"/>
              </a:rPr>
              <a:t> </a:t>
            </a:r>
            <a:r>
              <a:rPr sz="1050" spc="-25" dirty="0">
                <a:latin typeface="Cambria Math"/>
                <a:cs typeface="Cambria Math"/>
              </a:rPr>
              <a:t>15°</a:t>
            </a:r>
            <a:endParaRPr sz="1050" dirty="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22613" y="804922"/>
            <a:ext cx="834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7820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2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Cambria Math"/>
                <a:cs typeface="Cambria Math"/>
              </a:rPr>
              <a:t>195°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45909" y="317500"/>
            <a:ext cx="6376035" cy="914400"/>
          </a:xfrm>
          <a:custGeom>
            <a:avLst/>
            <a:gdLst/>
            <a:ahLst/>
            <a:cxnLst/>
            <a:rect l="l" t="t" r="r" b="b"/>
            <a:pathLst>
              <a:path w="6376034" h="914400">
                <a:moveTo>
                  <a:pt x="0" y="914400"/>
                </a:moveTo>
                <a:lnTo>
                  <a:pt x="6376034" y="914400"/>
                </a:lnTo>
                <a:lnTo>
                  <a:pt x="6376034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5CF7531-9DCE-3BF2-B88C-330105686D12}"/>
              </a:ext>
            </a:extLst>
          </p:cNvPr>
          <p:cNvSpPr/>
          <p:nvPr/>
        </p:nvSpPr>
        <p:spPr>
          <a:xfrm rot="16200000">
            <a:off x="725990" y="4233157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2E6A0B3B-0F33-56A7-9740-64413971CC60}"/>
              </a:ext>
            </a:extLst>
          </p:cNvPr>
          <p:cNvSpPr/>
          <p:nvPr/>
        </p:nvSpPr>
        <p:spPr>
          <a:xfrm>
            <a:off x="1867800" y="4497528"/>
            <a:ext cx="978408" cy="216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8AACB3D6-88C5-DB18-442D-548F2BFC72B8}"/>
              </a:ext>
            </a:extLst>
          </p:cNvPr>
          <p:cNvSpPr/>
          <p:nvPr/>
        </p:nvSpPr>
        <p:spPr>
          <a:xfrm rot="14112120">
            <a:off x="3013425" y="4091288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DCE867DC-0DB5-8C2D-DFC2-6451B2F7568C}"/>
                  </a:ext>
                </a:extLst>
              </p14:cNvPr>
              <p14:cNvContentPartPr/>
              <p14:nvPr/>
            </p14:nvContentPartPr>
            <p14:xfrm>
              <a:off x="3558088" y="5004812"/>
              <a:ext cx="52920" cy="11880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DCE867DC-0DB5-8C2D-DFC2-6451B2F756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9088" y="4995839"/>
                <a:ext cx="70560" cy="136387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E32FED2-1421-8BA4-CB8C-3CC35CF57E80}"/>
              </a:ext>
            </a:extLst>
          </p:cNvPr>
          <p:cNvCxnSpPr>
            <a:cxnSpLocks/>
          </p:cNvCxnSpPr>
          <p:nvPr/>
        </p:nvCxnSpPr>
        <p:spPr>
          <a:xfrm flipV="1">
            <a:off x="664000" y="5117262"/>
            <a:ext cx="3624518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64A7016-0437-1A2E-8DAF-82D7AEE262C5}"/>
              </a:ext>
            </a:extLst>
          </p:cNvPr>
          <p:cNvGrpSpPr/>
          <p:nvPr/>
        </p:nvGrpSpPr>
        <p:grpSpPr>
          <a:xfrm>
            <a:off x="3724295" y="4870465"/>
            <a:ext cx="209160" cy="217440"/>
            <a:chOff x="3671227" y="4447043"/>
            <a:chExt cx="20916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DAF5EBAA-0A12-B198-4AB2-0A3A1154851F}"/>
                    </a:ext>
                  </a:extLst>
                </p14:cNvPr>
                <p14:cNvContentPartPr/>
                <p14:nvPr/>
              </p14:nvContentPartPr>
              <p14:xfrm>
                <a:off x="3671227" y="4528763"/>
                <a:ext cx="64800" cy="13572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DAF5EBAA-0A12-B198-4AB2-0A3A1154851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66907" y="4524443"/>
                  <a:ext cx="73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50E9270F-597F-4C11-B177-50D279E3D8BF}"/>
                    </a:ext>
                  </a:extLst>
                </p14:cNvPr>
                <p14:cNvContentPartPr/>
                <p14:nvPr/>
              </p14:nvContentPartPr>
              <p14:xfrm>
                <a:off x="3798307" y="4537763"/>
                <a:ext cx="82080" cy="108000"/>
              </p14:xfrm>
            </p:contentPart>
          </mc:Choice>
          <mc:Fallback xmlns=""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50E9270F-597F-4C11-B177-50D279E3D8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93987" y="4533443"/>
                  <a:ext cx="90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CE85614E-28F8-5481-E613-405048B78E3B}"/>
                    </a:ext>
                  </a:extLst>
                </p14:cNvPr>
                <p14:cNvContentPartPr/>
                <p14:nvPr/>
              </p14:nvContentPartPr>
              <p14:xfrm>
                <a:off x="3818467" y="4447043"/>
                <a:ext cx="58320" cy="59040"/>
              </p14:xfrm>
            </p:contentPart>
          </mc:Choice>
          <mc:Fallback xmlns=""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CE85614E-28F8-5481-E613-405048B78E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14147" y="4442723"/>
                  <a:ext cx="6696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インク 22">
                <a:extLst>
                  <a:ext uri="{FF2B5EF4-FFF2-40B4-BE49-F238E27FC236}">
                    <a16:creationId xmlns:a16="http://schemas.microsoft.com/office/drawing/2014/main" id="{747C6A43-F107-4E0E-3852-C695CEA50869}"/>
                  </a:ext>
                </a:extLst>
              </p14:cNvPr>
              <p14:cNvContentPartPr/>
              <p14:nvPr/>
            </p14:nvContentPartPr>
            <p14:xfrm>
              <a:off x="576688" y="4969382"/>
              <a:ext cx="155880" cy="88920"/>
            </p14:xfrm>
          </p:contentPart>
        </mc:Choice>
        <mc:Fallback xmlns="">
          <p:pic>
            <p:nvPicPr>
              <p:cNvPr id="23" name="インク 22">
                <a:extLst>
                  <a:ext uri="{FF2B5EF4-FFF2-40B4-BE49-F238E27FC236}">
                    <a16:creationId xmlns:a16="http://schemas.microsoft.com/office/drawing/2014/main" id="{747C6A43-F107-4E0E-3852-C695CEA508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72368" y="4965062"/>
                <a:ext cx="1645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5" name="インク 24">
                <a:extLst>
                  <a:ext uri="{FF2B5EF4-FFF2-40B4-BE49-F238E27FC236}">
                    <a16:creationId xmlns:a16="http://schemas.microsoft.com/office/drawing/2014/main" id="{EE005749-5699-EBDF-6FAF-E0DFBA31103F}"/>
                  </a:ext>
                </a:extLst>
              </p14:cNvPr>
              <p14:cNvContentPartPr/>
              <p14:nvPr/>
            </p14:nvContentPartPr>
            <p14:xfrm>
              <a:off x="1804817" y="3967384"/>
              <a:ext cx="145800" cy="259920"/>
            </p14:xfrm>
          </p:contentPart>
        </mc:Choice>
        <mc:Fallback xmlns="">
          <p:pic>
            <p:nvPicPr>
              <p:cNvPr id="25" name="インク 24">
                <a:extLst>
                  <a:ext uri="{FF2B5EF4-FFF2-40B4-BE49-F238E27FC236}">
                    <a16:creationId xmlns:a16="http://schemas.microsoft.com/office/drawing/2014/main" id="{EE005749-5699-EBDF-6FAF-E0DFBA31103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00497" y="3963070"/>
                <a:ext cx="154440" cy="268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インク 26">
                <a:extLst>
                  <a:ext uri="{FF2B5EF4-FFF2-40B4-BE49-F238E27FC236}">
                    <a16:creationId xmlns:a16="http://schemas.microsoft.com/office/drawing/2014/main" id="{89061DC6-B7DB-656B-03F3-22FAAC0D6BD2}"/>
                  </a:ext>
                </a:extLst>
              </p14:cNvPr>
              <p14:cNvContentPartPr/>
              <p14:nvPr/>
            </p14:nvContentPartPr>
            <p14:xfrm>
              <a:off x="1659568" y="4998902"/>
              <a:ext cx="102240" cy="151560"/>
            </p14:xfrm>
          </p:contentPart>
        </mc:Choice>
        <mc:Fallback xmlns="">
          <p:pic>
            <p:nvPicPr>
              <p:cNvPr id="27" name="インク 26">
                <a:extLst>
                  <a:ext uri="{FF2B5EF4-FFF2-40B4-BE49-F238E27FC236}">
                    <a16:creationId xmlns:a16="http://schemas.microsoft.com/office/drawing/2014/main" id="{89061DC6-B7DB-656B-03F3-22FAAC0D6B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55248" y="4994582"/>
                <a:ext cx="110880" cy="16020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object 38">
            <a:extLst>
              <a:ext uri="{FF2B5EF4-FFF2-40B4-BE49-F238E27FC236}">
                <a16:creationId xmlns:a16="http://schemas.microsoft.com/office/drawing/2014/main" id="{A8EB61D1-94CA-7F5C-7448-3F32082B091F}"/>
              </a:ext>
            </a:extLst>
          </p:cNvPr>
          <p:cNvSpPr txBox="1"/>
          <p:nvPr/>
        </p:nvSpPr>
        <p:spPr>
          <a:xfrm>
            <a:off x="784435" y="3709165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</a:t>
            </a:r>
            <a:r>
              <a:rPr lang="ja-JP" altLang="en-US" sz="1200" spc="-25" dirty="0">
                <a:latin typeface="ＭＳ ゴシック"/>
                <a:cs typeface="ＭＳ ゴシック"/>
              </a:rPr>
              <a:t>４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505360-A85F-1109-87EA-B35C90B361A9}"/>
              </a:ext>
            </a:extLst>
          </p:cNvPr>
          <p:cNvSpPr txBox="1"/>
          <p:nvPr/>
        </p:nvSpPr>
        <p:spPr>
          <a:xfrm>
            <a:off x="884860" y="5840567"/>
            <a:ext cx="2474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a(0,0),c(1,0),b(1,1)</a:t>
            </a:r>
          </a:p>
          <a:p>
            <a:r>
              <a:rPr kumimoji="1" lang="ja-JP" altLang="en-US" sz="1400" dirty="0"/>
              <a:t>の三角形を</a:t>
            </a:r>
            <a:r>
              <a:rPr kumimoji="1" lang="en-US" altLang="ja-JP" sz="1400" dirty="0"/>
              <a:t>a</a:t>
            </a:r>
            <a:r>
              <a:rPr kumimoji="1" lang="ja-JP" altLang="en-US" sz="1400" dirty="0"/>
              <a:t>を基準点として</a:t>
            </a:r>
            <a:r>
              <a:rPr kumimoji="1" lang="en-US" altLang="ja-JP" sz="1400" dirty="0"/>
              <a:t>30°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r>
              <a:rPr kumimoji="1" lang="en-US" altLang="ja-JP" sz="1400" dirty="0" err="1"/>
              <a:t>a,b,c</a:t>
            </a:r>
            <a:r>
              <a:rPr kumimoji="1" lang="ja-JP" altLang="en-US" sz="1400" dirty="0"/>
              <a:t>の座標を求めよ。</a:t>
            </a:r>
          </a:p>
        </p:txBody>
      </p:sp>
      <p:sp>
        <p:nvSpPr>
          <p:cNvPr id="59" name="object 55">
            <a:extLst>
              <a:ext uri="{FF2B5EF4-FFF2-40B4-BE49-F238E27FC236}">
                <a16:creationId xmlns:a16="http://schemas.microsoft.com/office/drawing/2014/main" id="{B2179268-3C37-D639-9C7C-16E7CF27019F}"/>
              </a:ext>
            </a:extLst>
          </p:cNvPr>
          <p:cNvSpPr/>
          <p:nvPr/>
        </p:nvSpPr>
        <p:spPr>
          <a:xfrm>
            <a:off x="545909" y="3572308"/>
            <a:ext cx="6376035" cy="4152783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インク 61">
                <a:extLst>
                  <a:ext uri="{FF2B5EF4-FFF2-40B4-BE49-F238E27FC236}">
                    <a16:creationId xmlns:a16="http://schemas.microsoft.com/office/drawing/2014/main" id="{5E811716-D205-9235-61A7-609C711A7BCE}"/>
                  </a:ext>
                </a:extLst>
              </p14:cNvPr>
              <p14:cNvContentPartPr/>
              <p14:nvPr/>
            </p14:nvContentPartPr>
            <p14:xfrm>
              <a:off x="3562804" y="3666576"/>
              <a:ext cx="135360" cy="250200"/>
            </p14:xfrm>
          </p:contentPart>
        </mc:Choice>
        <mc:Fallback xmlns="">
          <p:pic>
            <p:nvPicPr>
              <p:cNvPr id="62" name="インク 61">
                <a:extLst>
                  <a:ext uri="{FF2B5EF4-FFF2-40B4-BE49-F238E27FC236}">
                    <a16:creationId xmlns:a16="http://schemas.microsoft.com/office/drawing/2014/main" id="{5E811716-D205-9235-61A7-609C711A7B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58484" y="3662250"/>
                <a:ext cx="144000" cy="258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4" name="インク 63">
                <a:extLst>
                  <a:ext uri="{FF2B5EF4-FFF2-40B4-BE49-F238E27FC236}">
                    <a16:creationId xmlns:a16="http://schemas.microsoft.com/office/drawing/2014/main" id="{AEDB4C9D-1DA2-9FA6-1880-D8BCD576A38B}"/>
                  </a:ext>
                </a:extLst>
              </p14:cNvPr>
              <p14:cNvContentPartPr/>
              <p14:nvPr/>
            </p14:nvContentPartPr>
            <p14:xfrm>
              <a:off x="3147277" y="5143754"/>
              <a:ext cx="340560" cy="193320"/>
            </p14:xfrm>
          </p:contentPart>
        </mc:Choice>
        <mc:Fallback xmlns="">
          <p:pic>
            <p:nvPicPr>
              <p:cNvPr id="64" name="インク 63">
                <a:extLst>
                  <a:ext uri="{FF2B5EF4-FFF2-40B4-BE49-F238E27FC236}">
                    <a16:creationId xmlns:a16="http://schemas.microsoft.com/office/drawing/2014/main" id="{AEDB4C9D-1DA2-9FA6-1880-D8BCD576A38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42957" y="5139434"/>
                <a:ext cx="3492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0" name="インク 69">
                <a:extLst>
                  <a:ext uri="{FF2B5EF4-FFF2-40B4-BE49-F238E27FC236}">
                    <a16:creationId xmlns:a16="http://schemas.microsoft.com/office/drawing/2014/main" id="{BBE69FFE-BD63-BFAD-6246-E1C81600EDDB}"/>
                  </a:ext>
                </a:extLst>
              </p14:cNvPr>
              <p14:cNvContentPartPr/>
              <p14:nvPr/>
            </p14:nvContentPartPr>
            <p14:xfrm>
              <a:off x="4138717" y="4554434"/>
              <a:ext cx="87480" cy="203040"/>
            </p14:xfrm>
          </p:contentPart>
        </mc:Choice>
        <mc:Fallback xmlns="">
          <p:pic>
            <p:nvPicPr>
              <p:cNvPr id="70" name="インク 69">
                <a:extLst>
                  <a:ext uri="{FF2B5EF4-FFF2-40B4-BE49-F238E27FC236}">
                    <a16:creationId xmlns:a16="http://schemas.microsoft.com/office/drawing/2014/main" id="{BBE69FFE-BD63-BFAD-6246-E1C81600EDD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134397" y="4550122"/>
                <a:ext cx="96120" cy="211665"/>
              </a:xfrm>
              <a:prstGeom prst="rect">
                <a:avLst/>
              </a:prstGeom>
            </p:spPr>
          </p:pic>
        </mc:Fallback>
      </mc:AlternateContent>
      <p:sp>
        <p:nvSpPr>
          <p:cNvPr id="8" name="object 55">
            <a:extLst>
              <a:ext uri="{FF2B5EF4-FFF2-40B4-BE49-F238E27FC236}">
                <a16:creationId xmlns:a16="http://schemas.microsoft.com/office/drawing/2014/main" id="{4CBFF423-CA88-010A-F1EA-C6A6C8DB9E58}"/>
              </a:ext>
            </a:extLst>
          </p:cNvPr>
          <p:cNvSpPr/>
          <p:nvPr/>
        </p:nvSpPr>
        <p:spPr>
          <a:xfrm>
            <a:off x="552862" y="1466100"/>
            <a:ext cx="6376035" cy="2024305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839AC99-4C4D-7BF4-A152-DFCAEA6B9BD5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48" y="1369139"/>
            <a:ext cx="2537267" cy="2101124"/>
          </a:xfrm>
          <a:prstGeom prst="rect">
            <a:avLst/>
          </a:prstGeom>
        </p:spPr>
      </p:pic>
      <p:sp>
        <p:nvSpPr>
          <p:cNvPr id="11" name="object 38">
            <a:extLst>
              <a:ext uri="{FF2B5EF4-FFF2-40B4-BE49-F238E27FC236}">
                <a16:creationId xmlns:a16="http://schemas.microsoft.com/office/drawing/2014/main" id="{117006FF-2518-DB6F-F509-45E73AFBAE3C}"/>
              </a:ext>
            </a:extLst>
          </p:cNvPr>
          <p:cNvSpPr txBox="1"/>
          <p:nvPr/>
        </p:nvSpPr>
        <p:spPr>
          <a:xfrm>
            <a:off x="668276" y="1548801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</a:t>
            </a:r>
            <a:r>
              <a:rPr lang="ja-JP" altLang="en-US" sz="1200" spc="-25" dirty="0">
                <a:latin typeface="ＭＳ ゴシック"/>
                <a:cs typeface="ＭＳ ゴシック"/>
              </a:rPr>
              <a:t>３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19AAE3-B426-3675-1AC7-7066967F6B71}"/>
              </a:ext>
            </a:extLst>
          </p:cNvPr>
          <p:cNvSpPr txBox="1"/>
          <p:nvPr/>
        </p:nvSpPr>
        <p:spPr>
          <a:xfrm>
            <a:off x="3317589" y="1616345"/>
            <a:ext cx="350128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1.</a:t>
            </a:r>
            <a:r>
              <a:rPr kumimoji="1" lang="ja-JP" altLang="en-US" sz="1200" dirty="0"/>
              <a:t>影の長さを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としたときの</a:t>
            </a:r>
            <a:r>
              <a:rPr kumimoji="1" lang="en-US" altLang="ja-JP" sz="1200" dirty="0"/>
              <a:t>θ</a:t>
            </a:r>
            <a:r>
              <a:rPr kumimoji="1" lang="ja-JP" altLang="en-US" sz="1200" dirty="0"/>
              <a:t>を求めよ。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2.</a:t>
            </a:r>
            <a:r>
              <a:rPr kumimoji="1" lang="ja-JP" altLang="en-US" sz="1200" dirty="0"/>
              <a:t> 太陽は一定速度で動いている。</a:t>
            </a:r>
            <a:endParaRPr kumimoji="1" lang="en-US" altLang="ja-JP" sz="1200" dirty="0"/>
          </a:p>
          <a:p>
            <a:r>
              <a:rPr kumimoji="1" lang="ja-JP" altLang="en-US" sz="1200" dirty="0"/>
              <a:t>　日の入りから現在まで</a:t>
            </a:r>
            <a:r>
              <a:rPr kumimoji="1" lang="en-US" altLang="ja-JP" sz="1200" dirty="0"/>
              <a:t>3</a:t>
            </a:r>
            <a:r>
              <a:rPr kumimoji="1" lang="ja-JP" altLang="en-US" sz="1200" dirty="0"/>
              <a:t>時間掛かったとする。</a:t>
            </a:r>
            <a:endParaRPr kumimoji="1" lang="en-US" altLang="ja-JP" sz="1200" dirty="0"/>
          </a:p>
          <a:p>
            <a:r>
              <a:rPr kumimoji="1" lang="ja-JP" altLang="en-US" sz="1200" dirty="0"/>
              <a:t>　日没まであと何時間か？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3.r</a:t>
            </a:r>
            <a:r>
              <a:rPr kumimoji="1" lang="ja-JP" altLang="en-US" sz="1200" dirty="0"/>
              <a:t>を用いて</a:t>
            </a:r>
            <a:r>
              <a:rPr kumimoji="1" lang="en-US" altLang="ja-JP" sz="1200" dirty="0"/>
              <a:t>L</a:t>
            </a:r>
            <a:r>
              <a:rPr kumimoji="1" lang="ja-JP" altLang="en-US" sz="1200" dirty="0"/>
              <a:t>を求めよ。</a:t>
            </a:r>
            <a:endParaRPr kumimoji="1" lang="en-US" altLang="ja-JP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1C49D146-B5EA-2113-D6AA-23E13512C0B0}"/>
                  </a:ext>
                </a:extLst>
              </p14:cNvPr>
              <p14:cNvContentPartPr/>
              <p14:nvPr/>
            </p14:nvContentPartPr>
            <p14:xfrm>
              <a:off x="1455113" y="2108303"/>
              <a:ext cx="117000" cy="22392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1C49D146-B5EA-2113-D6AA-23E13512C0B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50806" y="2103976"/>
                <a:ext cx="125613" cy="232574"/>
              </a:xfrm>
              <a:prstGeom prst="rect">
                <a:avLst/>
              </a:prstGeom>
            </p:spPr>
          </p:pic>
        </mc:Fallback>
      </mc:AlternateContent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606277F-A561-035C-36FE-25FB2ADB9954}"/>
              </a:ext>
            </a:extLst>
          </p:cNvPr>
          <p:cNvCxnSpPr>
            <a:cxnSpLocks/>
          </p:cNvCxnSpPr>
          <p:nvPr/>
        </p:nvCxnSpPr>
        <p:spPr>
          <a:xfrm>
            <a:off x="2482850" y="1616345"/>
            <a:ext cx="0" cy="1447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8" name="インク 27">
                <a:extLst>
                  <a:ext uri="{FF2B5EF4-FFF2-40B4-BE49-F238E27FC236}">
                    <a16:creationId xmlns:a16="http://schemas.microsoft.com/office/drawing/2014/main" id="{8B864899-88E6-2D70-8CF2-58FA2C7B0D62}"/>
                  </a:ext>
                </a:extLst>
              </p14:cNvPr>
              <p14:cNvContentPartPr/>
              <p14:nvPr/>
            </p14:nvContentPartPr>
            <p14:xfrm>
              <a:off x="2627561" y="2193146"/>
              <a:ext cx="195480" cy="314640"/>
            </p14:xfrm>
          </p:contentPart>
        </mc:Choice>
        <mc:Fallback xmlns="">
          <p:pic>
            <p:nvPicPr>
              <p:cNvPr id="28" name="インク 27">
                <a:extLst>
                  <a:ext uri="{FF2B5EF4-FFF2-40B4-BE49-F238E27FC236}">
                    <a16:creationId xmlns:a16="http://schemas.microsoft.com/office/drawing/2014/main" id="{8B864899-88E6-2D70-8CF2-58FA2C7B0D6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623241" y="2188826"/>
                <a:ext cx="2041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6" name="インク 55">
                <a:extLst>
                  <a:ext uri="{FF2B5EF4-FFF2-40B4-BE49-F238E27FC236}">
                    <a16:creationId xmlns:a16="http://schemas.microsoft.com/office/drawing/2014/main" id="{B5F6201D-446A-B7A7-10E2-7804CC7B6CA9}"/>
                  </a:ext>
                </a:extLst>
              </p14:cNvPr>
              <p14:cNvContentPartPr/>
              <p14:nvPr/>
            </p14:nvContentPartPr>
            <p14:xfrm>
              <a:off x="5162893" y="2473743"/>
              <a:ext cx="360" cy="360"/>
            </p14:xfrm>
          </p:contentPart>
        </mc:Choice>
        <mc:Fallback xmlns="">
          <p:pic>
            <p:nvPicPr>
              <p:cNvPr id="56" name="インク 55">
                <a:extLst>
                  <a:ext uri="{FF2B5EF4-FFF2-40B4-BE49-F238E27FC236}">
                    <a16:creationId xmlns:a16="http://schemas.microsoft.com/office/drawing/2014/main" id="{B5F6201D-446A-B7A7-10E2-7804CC7B6CA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158573" y="2469423"/>
                <a:ext cx="9000" cy="900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直角三角形 33">
            <a:extLst>
              <a:ext uri="{FF2B5EF4-FFF2-40B4-BE49-F238E27FC236}">
                <a16:creationId xmlns:a16="http://schemas.microsoft.com/office/drawing/2014/main" id="{9CB7D03F-24A2-16A2-8B0B-5C000B0EDE34}"/>
              </a:ext>
            </a:extLst>
          </p:cNvPr>
          <p:cNvSpPr/>
          <p:nvPr/>
        </p:nvSpPr>
        <p:spPr>
          <a:xfrm rot="16200000">
            <a:off x="941315" y="8172182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7" name="インク 36">
                <a:extLst>
                  <a:ext uri="{FF2B5EF4-FFF2-40B4-BE49-F238E27FC236}">
                    <a16:creationId xmlns:a16="http://schemas.microsoft.com/office/drawing/2014/main" id="{D99DA421-E18B-4A52-792F-B8A64A47636D}"/>
                  </a:ext>
                </a:extLst>
              </p14:cNvPr>
              <p14:cNvContentPartPr/>
              <p14:nvPr/>
            </p14:nvContentPartPr>
            <p14:xfrm>
              <a:off x="806921" y="8887805"/>
              <a:ext cx="155880" cy="88920"/>
            </p14:xfrm>
          </p:contentPart>
        </mc:Choice>
        <mc:Fallback xmlns="">
          <p:pic>
            <p:nvPicPr>
              <p:cNvPr id="37" name="インク 36">
                <a:extLst>
                  <a:ext uri="{FF2B5EF4-FFF2-40B4-BE49-F238E27FC236}">
                    <a16:creationId xmlns:a16="http://schemas.microsoft.com/office/drawing/2014/main" id="{D99DA421-E18B-4A52-792F-B8A64A47636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2601" y="8883485"/>
                <a:ext cx="1645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8" name="インク 37">
                <a:extLst>
                  <a:ext uri="{FF2B5EF4-FFF2-40B4-BE49-F238E27FC236}">
                    <a16:creationId xmlns:a16="http://schemas.microsoft.com/office/drawing/2014/main" id="{9ECF6383-CD85-28B2-E2D4-A83CD6F0676C}"/>
                  </a:ext>
                </a:extLst>
              </p14:cNvPr>
              <p14:cNvContentPartPr/>
              <p14:nvPr/>
            </p14:nvContentPartPr>
            <p14:xfrm>
              <a:off x="1792961" y="7869725"/>
              <a:ext cx="145800" cy="259920"/>
            </p14:xfrm>
          </p:contentPart>
        </mc:Choice>
        <mc:Fallback xmlns="">
          <p:pic>
            <p:nvPicPr>
              <p:cNvPr id="38" name="インク 37">
                <a:extLst>
                  <a:ext uri="{FF2B5EF4-FFF2-40B4-BE49-F238E27FC236}">
                    <a16:creationId xmlns:a16="http://schemas.microsoft.com/office/drawing/2014/main" id="{9ECF6383-CD85-28B2-E2D4-A83CD6F0676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88641" y="7865411"/>
                <a:ext cx="154440" cy="268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9" name="インク 38">
                <a:extLst>
                  <a:ext uri="{FF2B5EF4-FFF2-40B4-BE49-F238E27FC236}">
                    <a16:creationId xmlns:a16="http://schemas.microsoft.com/office/drawing/2014/main" id="{19E51F4D-658D-B03C-B1DF-27B23AEE3896}"/>
                  </a:ext>
                </a:extLst>
              </p14:cNvPr>
              <p14:cNvContentPartPr/>
              <p14:nvPr/>
            </p14:nvContentPartPr>
            <p14:xfrm>
              <a:off x="1889801" y="8917325"/>
              <a:ext cx="102240" cy="151560"/>
            </p14:xfrm>
          </p:contentPart>
        </mc:Choice>
        <mc:Fallback xmlns="">
          <p:pic>
            <p:nvPicPr>
              <p:cNvPr id="39" name="インク 38">
                <a:extLst>
                  <a:ext uri="{FF2B5EF4-FFF2-40B4-BE49-F238E27FC236}">
                    <a16:creationId xmlns:a16="http://schemas.microsoft.com/office/drawing/2014/main" id="{19E51F4D-658D-B03C-B1DF-27B23AEE389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85481" y="8913005"/>
                <a:ext cx="110880" cy="1602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object 38">
            <a:extLst>
              <a:ext uri="{FF2B5EF4-FFF2-40B4-BE49-F238E27FC236}">
                <a16:creationId xmlns:a16="http://schemas.microsoft.com/office/drawing/2014/main" id="{648A32CE-35F8-F1ED-3A84-4816573B4C0C}"/>
              </a:ext>
            </a:extLst>
          </p:cNvPr>
          <p:cNvSpPr txBox="1"/>
          <p:nvPr/>
        </p:nvSpPr>
        <p:spPr>
          <a:xfrm>
            <a:off x="728968" y="7905108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</a:t>
            </a:r>
            <a:r>
              <a:rPr lang="ja-JP" altLang="en-US" sz="1200" spc="-25" dirty="0">
                <a:latin typeface="ＭＳ ゴシック"/>
                <a:cs typeface="ＭＳ ゴシック"/>
              </a:rPr>
              <a:t>５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4C6EC8E-3692-567C-0299-CB7E36DC5B35}"/>
              </a:ext>
            </a:extLst>
          </p:cNvPr>
          <p:cNvSpPr txBox="1"/>
          <p:nvPr/>
        </p:nvSpPr>
        <p:spPr>
          <a:xfrm>
            <a:off x="3998784" y="8032150"/>
            <a:ext cx="2474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a(-1,-1),c(1,-1),b(1,1)</a:t>
            </a:r>
          </a:p>
          <a:p>
            <a:r>
              <a:rPr kumimoji="1" lang="ja-JP" altLang="en-US" sz="1400" dirty="0"/>
              <a:t>の三角形を原点を基準点として</a:t>
            </a:r>
            <a:r>
              <a:rPr kumimoji="1" lang="en-US" altLang="ja-JP" sz="1400" dirty="0"/>
              <a:t>45°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r>
              <a:rPr kumimoji="1" lang="en-US" altLang="ja-JP" sz="1400" dirty="0" err="1"/>
              <a:t>a,b,c</a:t>
            </a:r>
            <a:r>
              <a:rPr kumimoji="1" lang="ja-JP" altLang="en-US" sz="1400" dirty="0"/>
              <a:t>の座標を求めよ。</a:t>
            </a:r>
          </a:p>
        </p:txBody>
      </p:sp>
      <p:sp>
        <p:nvSpPr>
          <p:cNvPr id="42" name="object 55">
            <a:extLst>
              <a:ext uri="{FF2B5EF4-FFF2-40B4-BE49-F238E27FC236}">
                <a16:creationId xmlns:a16="http://schemas.microsoft.com/office/drawing/2014/main" id="{B565524C-CD94-BA1A-DB36-4265D0CFB9D0}"/>
              </a:ext>
            </a:extLst>
          </p:cNvPr>
          <p:cNvSpPr/>
          <p:nvPr/>
        </p:nvSpPr>
        <p:spPr>
          <a:xfrm>
            <a:off x="545909" y="7785101"/>
            <a:ext cx="6376035" cy="2209800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6" name="インク 45">
                <a:extLst>
                  <a:ext uri="{FF2B5EF4-FFF2-40B4-BE49-F238E27FC236}">
                    <a16:creationId xmlns:a16="http://schemas.microsoft.com/office/drawing/2014/main" id="{FAE81809-EEE2-95AD-E1A2-D67DF6F4286E}"/>
                  </a:ext>
                </a:extLst>
              </p14:cNvPr>
              <p14:cNvContentPartPr/>
              <p14:nvPr/>
            </p14:nvContentPartPr>
            <p14:xfrm>
              <a:off x="4312740" y="8869140"/>
              <a:ext cx="360" cy="360"/>
            </p14:xfrm>
          </p:contentPart>
        </mc:Choice>
        <mc:Fallback xmlns="">
          <p:pic>
            <p:nvPicPr>
              <p:cNvPr id="46" name="インク 45">
                <a:extLst>
                  <a:ext uri="{FF2B5EF4-FFF2-40B4-BE49-F238E27FC236}">
                    <a16:creationId xmlns:a16="http://schemas.microsoft.com/office/drawing/2014/main" id="{FAE81809-EEE2-95AD-E1A2-D67DF6F4286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308420" y="886482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7" name="インク 46">
                <a:extLst>
                  <a:ext uri="{FF2B5EF4-FFF2-40B4-BE49-F238E27FC236}">
                    <a16:creationId xmlns:a16="http://schemas.microsoft.com/office/drawing/2014/main" id="{DA477D64-DB2B-F66F-4C73-9BD0C56E0229}"/>
                  </a:ext>
                </a:extLst>
              </p14:cNvPr>
              <p14:cNvContentPartPr/>
              <p14:nvPr/>
            </p14:nvContentPartPr>
            <p14:xfrm>
              <a:off x="2780940" y="8892180"/>
              <a:ext cx="14040" cy="360"/>
            </p14:xfrm>
          </p:contentPart>
        </mc:Choice>
        <mc:Fallback xmlns="">
          <p:pic>
            <p:nvPicPr>
              <p:cNvPr id="47" name="インク 46">
                <a:extLst>
                  <a:ext uri="{FF2B5EF4-FFF2-40B4-BE49-F238E27FC236}">
                    <a16:creationId xmlns:a16="http://schemas.microsoft.com/office/drawing/2014/main" id="{DA477D64-DB2B-F66F-4C73-9BD0C56E022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776620" y="8887860"/>
                <a:ext cx="22680" cy="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BBCE76-56EC-48D3-99B6-A370B853CEE9}"/>
              </a:ext>
            </a:extLst>
          </p:cNvPr>
          <p:cNvSpPr txBox="1"/>
          <p:nvPr/>
        </p:nvSpPr>
        <p:spPr>
          <a:xfrm>
            <a:off x="120650" y="24130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/>
              <a:t>・回転</a:t>
            </a:r>
            <a:endParaRPr kumimoji="1" lang="ja-JP" altLang="en-US" b="1" u="sng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0CC366-1053-4C93-A4B0-E87A29C13081}"/>
              </a:ext>
            </a:extLst>
          </p:cNvPr>
          <p:cNvSpPr txBox="1"/>
          <p:nvPr/>
        </p:nvSpPr>
        <p:spPr>
          <a:xfrm>
            <a:off x="91333" y="707409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・基本問題</a:t>
            </a:r>
            <a:endParaRPr kumimoji="1" lang="ja-JP" altLang="en-US" b="1" u="sng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57FE6DD-5360-4C99-835F-E6F04959F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9" y="518299"/>
            <a:ext cx="3437091" cy="22720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DC52D183-7F97-E623-B4EB-A98E1F7715C4}"/>
                  </a:ext>
                </a:extLst>
              </p14:cNvPr>
              <p14:cNvContentPartPr/>
              <p14:nvPr/>
            </p14:nvContentPartPr>
            <p14:xfrm>
              <a:off x="807180" y="1790460"/>
              <a:ext cx="30600" cy="8172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DC52D183-7F97-E623-B4EB-A98E1F7715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860" y="1786140"/>
                <a:ext cx="392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インク 22">
                <a:extLst>
                  <a:ext uri="{FF2B5EF4-FFF2-40B4-BE49-F238E27FC236}">
                    <a16:creationId xmlns:a16="http://schemas.microsoft.com/office/drawing/2014/main" id="{190DFA7C-FCBD-BAAD-5995-02E4034F25A1}"/>
                  </a:ext>
                </a:extLst>
              </p14:cNvPr>
              <p14:cNvContentPartPr/>
              <p14:nvPr/>
            </p14:nvContentPartPr>
            <p14:xfrm>
              <a:off x="905100" y="1767420"/>
              <a:ext cx="119160" cy="79200"/>
            </p14:xfrm>
          </p:contentPart>
        </mc:Choice>
        <mc:Fallback xmlns="">
          <p:pic>
            <p:nvPicPr>
              <p:cNvPr id="23" name="インク 22">
                <a:extLst>
                  <a:ext uri="{FF2B5EF4-FFF2-40B4-BE49-F238E27FC236}">
                    <a16:creationId xmlns:a16="http://schemas.microsoft.com/office/drawing/2014/main" id="{190DFA7C-FCBD-BAAD-5995-02E4034F25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0780" y="1763100"/>
                <a:ext cx="127800" cy="8784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図 24">
            <a:extLst>
              <a:ext uri="{FF2B5EF4-FFF2-40B4-BE49-F238E27FC236}">
                <a16:creationId xmlns:a16="http://schemas.microsoft.com/office/drawing/2014/main" id="{2A5AE7B3-157D-E7EC-3E5A-9B4C12303A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9" y="2908300"/>
            <a:ext cx="3067436" cy="2998683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F341152E-93AA-70C8-3385-E71D7C40C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9" y="6079899"/>
            <a:ext cx="3487901" cy="821278"/>
          </a:xfrm>
          <a:prstGeom prst="rect">
            <a:avLst/>
          </a:prstGeom>
        </p:spPr>
      </p:pic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13D4EE2-F13F-5991-318B-09A77CBEDBD7}"/>
              </a:ext>
            </a:extLst>
          </p:cNvPr>
          <p:cNvSpPr/>
          <p:nvPr/>
        </p:nvSpPr>
        <p:spPr>
          <a:xfrm>
            <a:off x="188759" y="6101015"/>
            <a:ext cx="3360891" cy="766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DCDF8152-7C2F-E053-CF20-57D0038A0E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660" y="549744"/>
            <a:ext cx="3787253" cy="4139556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558F3EF-5B2D-A02E-6289-3AF2ACB54BE8}"/>
              </a:ext>
            </a:extLst>
          </p:cNvPr>
          <p:cNvSpPr/>
          <p:nvPr/>
        </p:nvSpPr>
        <p:spPr>
          <a:xfrm>
            <a:off x="3632200" y="3961924"/>
            <a:ext cx="3665691" cy="714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DF43752-C9C3-0D1F-E65E-601C4ABFE27D}"/>
              </a:ext>
            </a:extLst>
          </p:cNvPr>
          <p:cNvSpPr txBox="1"/>
          <p:nvPr/>
        </p:nvSpPr>
        <p:spPr>
          <a:xfrm>
            <a:off x="4041662" y="5265437"/>
            <a:ext cx="3057247" cy="138499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/>
              <a:t>ごちゃごちゃ証明したが、</a:t>
            </a:r>
            <a:endParaRPr kumimoji="1" lang="en-US" altLang="ja-JP" sz="1400" dirty="0"/>
          </a:p>
          <a:p>
            <a:pPr algn="ctr"/>
            <a:r>
              <a:rPr kumimoji="1" lang="ja-JP" altLang="en-US" sz="1400" dirty="0"/>
              <a:t>赤枠を覚えておけば良い</a:t>
            </a:r>
            <a:endParaRPr kumimoji="1" lang="en-US" altLang="ja-JP" sz="1400" dirty="0"/>
          </a:p>
          <a:p>
            <a:pPr algn="ctr"/>
            <a:r>
              <a:rPr kumimoji="1" lang="ja-JP" altLang="en-US" sz="1400" dirty="0"/>
              <a:t>（</a:t>
            </a:r>
            <a:r>
              <a:rPr kumimoji="1" lang="en-US" altLang="ja-JP" sz="1400" dirty="0"/>
              <a:t>※</a:t>
            </a:r>
            <a:r>
              <a:rPr kumimoji="1" lang="ja-JP" altLang="en-US" sz="1400" dirty="0"/>
              <a:t>一度くらいは証明してみよう）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２つ覚えられないなら、</a:t>
            </a:r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任意点回転の方だけ覚えれば良い。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6D22C96-E8BE-4633-64FC-F12485907F3B}"/>
              </a:ext>
            </a:extLst>
          </p:cNvPr>
          <p:cNvSpPr txBox="1"/>
          <p:nvPr/>
        </p:nvSpPr>
        <p:spPr>
          <a:xfrm>
            <a:off x="2568664" y="6611181"/>
            <a:ext cx="11079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原点回転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F307BDF-023B-1C0F-9B20-A73C62D6509A}"/>
              </a:ext>
            </a:extLst>
          </p:cNvPr>
          <p:cNvSpPr txBox="1"/>
          <p:nvPr/>
        </p:nvSpPr>
        <p:spPr>
          <a:xfrm>
            <a:off x="6152635" y="4515532"/>
            <a:ext cx="13388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任意点回転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D9D9230-DC3C-7EC6-557C-35203502F7AC}"/>
              </a:ext>
            </a:extLst>
          </p:cNvPr>
          <p:cNvSpPr txBox="1"/>
          <p:nvPr/>
        </p:nvSpPr>
        <p:spPr>
          <a:xfrm>
            <a:off x="90063" y="7348884"/>
            <a:ext cx="36231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1.</a:t>
            </a:r>
            <a:r>
              <a:rPr kumimoji="1" lang="ja-JP" altLang="en-US" sz="1000" dirty="0"/>
              <a:t>点</a:t>
            </a:r>
            <a:r>
              <a:rPr kumimoji="1" lang="en-US" altLang="ja-JP" sz="1000" dirty="0"/>
              <a:t>P(2,1)</a:t>
            </a:r>
            <a:r>
              <a:rPr kumimoji="1" lang="ja-JP" altLang="en-US" sz="1000" dirty="0"/>
              <a:t>を原点周りに</a:t>
            </a:r>
            <a:r>
              <a:rPr kumimoji="1" lang="en-US" altLang="ja-JP" sz="1000" dirty="0"/>
              <a:t>45°</a:t>
            </a:r>
            <a:r>
              <a:rPr kumimoji="1" lang="ja-JP" altLang="en-US" sz="1000" dirty="0"/>
              <a:t>回転させた点</a:t>
            </a:r>
            <a:r>
              <a:rPr kumimoji="1" lang="en-US" altLang="ja-JP" sz="1000" dirty="0"/>
              <a:t>Q</a:t>
            </a:r>
            <a:r>
              <a:rPr kumimoji="1" lang="ja-JP" altLang="en-US" sz="1000" dirty="0"/>
              <a:t>の座標を求めよ。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E166C2D-F387-4647-0EE5-4EC7980868F5}"/>
              </a:ext>
            </a:extLst>
          </p:cNvPr>
          <p:cNvSpPr txBox="1"/>
          <p:nvPr/>
        </p:nvSpPr>
        <p:spPr>
          <a:xfrm>
            <a:off x="3784600" y="7335708"/>
            <a:ext cx="3850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2.</a:t>
            </a:r>
            <a:r>
              <a:rPr kumimoji="1" lang="ja-JP" altLang="en-US" sz="1000" dirty="0"/>
              <a:t>点</a:t>
            </a:r>
            <a:r>
              <a:rPr kumimoji="1" lang="en-US" altLang="ja-JP" sz="1000" dirty="0"/>
              <a:t>P(2,1)</a:t>
            </a:r>
            <a:r>
              <a:rPr kumimoji="1" lang="ja-JP" altLang="en-US" sz="1000" dirty="0"/>
              <a:t>を点</a:t>
            </a:r>
            <a:r>
              <a:rPr kumimoji="1" lang="en-US" altLang="ja-JP" sz="1000" dirty="0"/>
              <a:t>R(1,1)</a:t>
            </a:r>
            <a:r>
              <a:rPr kumimoji="1" lang="ja-JP" altLang="en-US" sz="1000" dirty="0"/>
              <a:t>周りに</a:t>
            </a:r>
            <a:r>
              <a:rPr kumimoji="1" lang="en-US" altLang="ja-JP" sz="1000" dirty="0"/>
              <a:t>45°</a:t>
            </a:r>
            <a:r>
              <a:rPr kumimoji="1" lang="ja-JP" altLang="en-US" sz="1000" dirty="0"/>
              <a:t>回転させた点</a:t>
            </a:r>
            <a:r>
              <a:rPr kumimoji="1" lang="en-US" altLang="ja-JP" sz="1000" dirty="0"/>
              <a:t>Q</a:t>
            </a:r>
            <a:r>
              <a:rPr kumimoji="1" lang="ja-JP" altLang="en-US" sz="1000" dirty="0"/>
              <a:t>の座標を求めよ。</a:t>
            </a:r>
          </a:p>
        </p:txBody>
      </p:sp>
    </p:spTree>
    <p:extLst>
      <p:ext uri="{BB962C8B-B14F-4D97-AF65-F5344CB8AC3E}">
        <p14:creationId xmlns:p14="http://schemas.microsoft.com/office/powerpoint/2010/main" val="23820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5CF7531-9DCE-3BF2-B88C-330105686D12}"/>
              </a:ext>
            </a:extLst>
          </p:cNvPr>
          <p:cNvSpPr/>
          <p:nvPr/>
        </p:nvSpPr>
        <p:spPr>
          <a:xfrm rot="16200000">
            <a:off x="1087114" y="627800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object 38">
            <a:extLst>
              <a:ext uri="{FF2B5EF4-FFF2-40B4-BE49-F238E27FC236}">
                <a16:creationId xmlns:a16="http://schemas.microsoft.com/office/drawing/2014/main" id="{A8EB61D1-94CA-7F5C-7448-3F32082B091F}"/>
              </a:ext>
            </a:extLst>
          </p:cNvPr>
          <p:cNvSpPr txBox="1"/>
          <p:nvPr/>
        </p:nvSpPr>
        <p:spPr>
          <a:xfrm>
            <a:off x="748641" y="317500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"/>
              </a:spcBef>
            </a:pPr>
            <a:r>
              <a:rPr lang="en-US" sz="1200" spc="-25" dirty="0">
                <a:latin typeface="ＭＳ ゴシック"/>
                <a:cs typeface="ＭＳ ゴシック"/>
              </a:rPr>
              <a:t>1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505360-A85F-1109-87EA-B35C90B361A9}"/>
              </a:ext>
            </a:extLst>
          </p:cNvPr>
          <p:cNvSpPr txBox="1"/>
          <p:nvPr/>
        </p:nvSpPr>
        <p:spPr>
          <a:xfrm>
            <a:off x="3168650" y="287782"/>
            <a:ext cx="3581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a(0,0),b(1,0),c(1,1)</a:t>
            </a:r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の三角形を原点を基準点として</a:t>
            </a:r>
            <a:endParaRPr kumimoji="1" lang="en-US" altLang="ja-JP" sz="1400" dirty="0"/>
          </a:p>
          <a:p>
            <a:r>
              <a:rPr kumimoji="1" lang="en-US" altLang="ja-JP" sz="1400" dirty="0"/>
              <a:t>30°,60°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それぞれの場合の</a:t>
            </a:r>
            <a:r>
              <a:rPr kumimoji="1" lang="en-US" altLang="ja-JP" sz="1400" dirty="0" err="1"/>
              <a:t>a,b,c</a:t>
            </a:r>
            <a:r>
              <a:rPr kumimoji="1" lang="ja-JP" altLang="en-US" sz="1400" dirty="0"/>
              <a:t>の座標を求めよ。</a:t>
            </a:r>
          </a:p>
        </p:txBody>
      </p:sp>
      <p:sp>
        <p:nvSpPr>
          <p:cNvPr id="59" name="object 55">
            <a:extLst>
              <a:ext uri="{FF2B5EF4-FFF2-40B4-BE49-F238E27FC236}">
                <a16:creationId xmlns:a16="http://schemas.microsoft.com/office/drawing/2014/main" id="{B2179268-3C37-D639-9C7C-16E7CF27019F}"/>
              </a:ext>
            </a:extLst>
          </p:cNvPr>
          <p:cNvSpPr/>
          <p:nvPr/>
        </p:nvSpPr>
        <p:spPr>
          <a:xfrm>
            <a:off x="545909" y="165100"/>
            <a:ext cx="6376035" cy="4952999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直角三角形 33">
            <a:extLst>
              <a:ext uri="{FF2B5EF4-FFF2-40B4-BE49-F238E27FC236}">
                <a16:creationId xmlns:a16="http://schemas.microsoft.com/office/drawing/2014/main" id="{9CB7D03F-24A2-16A2-8B0B-5C000B0EDE34}"/>
              </a:ext>
            </a:extLst>
          </p:cNvPr>
          <p:cNvSpPr/>
          <p:nvPr/>
        </p:nvSpPr>
        <p:spPr>
          <a:xfrm rot="16200000">
            <a:off x="941314" y="5733781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インク 36">
                <a:extLst>
                  <a:ext uri="{FF2B5EF4-FFF2-40B4-BE49-F238E27FC236}">
                    <a16:creationId xmlns:a16="http://schemas.microsoft.com/office/drawing/2014/main" id="{D99DA421-E18B-4A52-792F-B8A64A47636D}"/>
                  </a:ext>
                </a:extLst>
              </p14:cNvPr>
              <p14:cNvContentPartPr/>
              <p14:nvPr/>
            </p14:nvContentPartPr>
            <p14:xfrm>
              <a:off x="806920" y="6449404"/>
              <a:ext cx="155880" cy="88920"/>
            </p14:xfrm>
          </p:contentPart>
        </mc:Choice>
        <mc:Fallback xmlns="">
          <p:pic>
            <p:nvPicPr>
              <p:cNvPr id="37" name="インク 36">
                <a:extLst>
                  <a:ext uri="{FF2B5EF4-FFF2-40B4-BE49-F238E27FC236}">
                    <a16:creationId xmlns:a16="http://schemas.microsoft.com/office/drawing/2014/main" id="{D99DA421-E18B-4A52-792F-B8A64A4763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600" y="6445084"/>
                <a:ext cx="1645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インク 37">
                <a:extLst>
                  <a:ext uri="{FF2B5EF4-FFF2-40B4-BE49-F238E27FC236}">
                    <a16:creationId xmlns:a16="http://schemas.microsoft.com/office/drawing/2014/main" id="{9ECF6383-CD85-28B2-E2D4-A83CD6F0676C}"/>
                  </a:ext>
                </a:extLst>
              </p14:cNvPr>
              <p14:cNvContentPartPr/>
              <p14:nvPr/>
            </p14:nvContentPartPr>
            <p14:xfrm>
              <a:off x="1863919" y="6408364"/>
              <a:ext cx="145800" cy="259920"/>
            </p14:xfrm>
          </p:contentPart>
        </mc:Choice>
        <mc:Fallback xmlns="">
          <p:pic>
            <p:nvPicPr>
              <p:cNvPr id="38" name="インク 37">
                <a:extLst>
                  <a:ext uri="{FF2B5EF4-FFF2-40B4-BE49-F238E27FC236}">
                    <a16:creationId xmlns:a16="http://schemas.microsoft.com/office/drawing/2014/main" id="{9ECF6383-CD85-28B2-E2D4-A83CD6F067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59599" y="6404050"/>
                <a:ext cx="154440" cy="268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" name="インク 38">
                <a:extLst>
                  <a:ext uri="{FF2B5EF4-FFF2-40B4-BE49-F238E27FC236}">
                    <a16:creationId xmlns:a16="http://schemas.microsoft.com/office/drawing/2014/main" id="{19E51F4D-658D-B03C-B1DF-27B23AEE3896}"/>
                  </a:ext>
                </a:extLst>
              </p14:cNvPr>
              <p14:cNvContentPartPr/>
              <p14:nvPr/>
            </p14:nvContentPartPr>
            <p14:xfrm>
              <a:off x="1834579" y="5504301"/>
              <a:ext cx="102240" cy="151560"/>
            </p14:xfrm>
          </p:contentPart>
        </mc:Choice>
        <mc:Fallback xmlns="">
          <p:pic>
            <p:nvPicPr>
              <p:cNvPr id="39" name="インク 38">
                <a:extLst>
                  <a:ext uri="{FF2B5EF4-FFF2-40B4-BE49-F238E27FC236}">
                    <a16:creationId xmlns:a16="http://schemas.microsoft.com/office/drawing/2014/main" id="{19E51F4D-658D-B03C-B1DF-27B23AEE38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0259" y="5499981"/>
                <a:ext cx="110880" cy="1602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object 38">
            <a:extLst>
              <a:ext uri="{FF2B5EF4-FFF2-40B4-BE49-F238E27FC236}">
                <a16:creationId xmlns:a16="http://schemas.microsoft.com/office/drawing/2014/main" id="{648A32CE-35F8-F1ED-3A84-4816573B4C0C}"/>
              </a:ext>
            </a:extLst>
          </p:cNvPr>
          <p:cNvSpPr txBox="1"/>
          <p:nvPr/>
        </p:nvSpPr>
        <p:spPr>
          <a:xfrm>
            <a:off x="728967" y="5466707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</a:t>
            </a:r>
            <a:r>
              <a:rPr lang="ja-JP" altLang="en-US" sz="1200" spc="-25" dirty="0">
                <a:latin typeface="ＭＳ ゴシック"/>
                <a:cs typeface="ＭＳ ゴシック"/>
              </a:rPr>
              <a:t>５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4C6EC8E-3692-567C-0299-CB7E36DC5B35}"/>
              </a:ext>
            </a:extLst>
          </p:cNvPr>
          <p:cNvSpPr txBox="1"/>
          <p:nvPr/>
        </p:nvSpPr>
        <p:spPr>
          <a:xfrm>
            <a:off x="3544975" y="5353004"/>
            <a:ext cx="28287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a(-1,-1),b(1,-1),c(1,1)</a:t>
            </a:r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の三角形を中心点を基準点として</a:t>
            </a:r>
            <a:r>
              <a:rPr kumimoji="1" lang="en-US" altLang="ja-JP" sz="1400" dirty="0"/>
              <a:t>45°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その際の</a:t>
            </a:r>
            <a:r>
              <a:rPr kumimoji="1" lang="en-US" altLang="ja-JP" sz="1400"/>
              <a:t>a</a:t>
            </a:r>
            <a:r>
              <a:rPr kumimoji="1" lang="ja-JP" altLang="en-US" sz="1400"/>
              <a:t>の</a:t>
            </a:r>
            <a:r>
              <a:rPr kumimoji="1" lang="ja-JP" altLang="en-US" sz="1400" dirty="0"/>
              <a:t>座標を求めよ。</a:t>
            </a:r>
          </a:p>
        </p:txBody>
      </p:sp>
      <p:sp>
        <p:nvSpPr>
          <p:cNvPr id="42" name="object 55">
            <a:extLst>
              <a:ext uri="{FF2B5EF4-FFF2-40B4-BE49-F238E27FC236}">
                <a16:creationId xmlns:a16="http://schemas.microsoft.com/office/drawing/2014/main" id="{B565524C-CD94-BA1A-DB36-4265D0CFB9D0}"/>
              </a:ext>
            </a:extLst>
          </p:cNvPr>
          <p:cNvSpPr/>
          <p:nvPr/>
        </p:nvSpPr>
        <p:spPr>
          <a:xfrm>
            <a:off x="545908" y="5346700"/>
            <a:ext cx="6376035" cy="5181600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6" name="インク 45">
                <a:extLst>
                  <a:ext uri="{FF2B5EF4-FFF2-40B4-BE49-F238E27FC236}">
                    <a16:creationId xmlns:a16="http://schemas.microsoft.com/office/drawing/2014/main" id="{FAE81809-EEE2-95AD-E1A2-D67DF6F4286E}"/>
                  </a:ext>
                </a:extLst>
              </p14:cNvPr>
              <p14:cNvContentPartPr/>
              <p14:nvPr/>
            </p14:nvContentPartPr>
            <p14:xfrm>
              <a:off x="4312739" y="6430739"/>
              <a:ext cx="360" cy="360"/>
            </p14:xfrm>
          </p:contentPart>
        </mc:Choice>
        <mc:Fallback xmlns="">
          <p:pic>
            <p:nvPicPr>
              <p:cNvPr id="46" name="インク 45">
                <a:extLst>
                  <a:ext uri="{FF2B5EF4-FFF2-40B4-BE49-F238E27FC236}">
                    <a16:creationId xmlns:a16="http://schemas.microsoft.com/office/drawing/2014/main" id="{FAE81809-EEE2-95AD-E1A2-D67DF6F428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08419" y="6426419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7" name="インク 46">
                <a:extLst>
                  <a:ext uri="{FF2B5EF4-FFF2-40B4-BE49-F238E27FC236}">
                    <a16:creationId xmlns:a16="http://schemas.microsoft.com/office/drawing/2014/main" id="{DA477D64-DB2B-F66F-4C73-9BD0C56E0229}"/>
                  </a:ext>
                </a:extLst>
              </p14:cNvPr>
              <p14:cNvContentPartPr/>
              <p14:nvPr/>
            </p14:nvContentPartPr>
            <p14:xfrm>
              <a:off x="2780939" y="6453779"/>
              <a:ext cx="14040" cy="360"/>
            </p14:xfrm>
          </p:contentPart>
        </mc:Choice>
        <mc:Fallback xmlns="">
          <p:pic>
            <p:nvPicPr>
              <p:cNvPr id="47" name="インク 46">
                <a:extLst>
                  <a:ext uri="{FF2B5EF4-FFF2-40B4-BE49-F238E27FC236}">
                    <a16:creationId xmlns:a16="http://schemas.microsoft.com/office/drawing/2014/main" id="{DA477D64-DB2B-F66F-4C73-9BD0C56E02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76505" y="6449459"/>
                <a:ext cx="22907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3686BF4C-0F9B-4543-A35B-3244B68BB0F8}"/>
                  </a:ext>
                </a:extLst>
              </p14:cNvPr>
              <p14:cNvContentPartPr/>
              <p14:nvPr/>
            </p14:nvContentPartPr>
            <p14:xfrm>
              <a:off x="928500" y="1431900"/>
              <a:ext cx="190440" cy="14688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3686BF4C-0F9B-4543-A35B-3244B68BB0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4180" y="1427580"/>
                <a:ext cx="1990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024E163B-5CE0-53FD-EE0D-0BD1F0DAA128}"/>
                  </a:ext>
                </a:extLst>
              </p14:cNvPr>
              <p14:cNvContentPartPr/>
              <p14:nvPr/>
            </p14:nvContentPartPr>
            <p14:xfrm>
              <a:off x="1996620" y="1371420"/>
              <a:ext cx="100440" cy="22140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024E163B-5CE0-53FD-EE0D-0BD1F0DAA12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92300" y="1366740"/>
                <a:ext cx="1090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7DE98610-653B-907F-96F6-A589EF8FE594}"/>
                  </a:ext>
                </a:extLst>
              </p14:cNvPr>
              <p14:cNvContentPartPr/>
              <p14:nvPr/>
            </p14:nvContentPartPr>
            <p14:xfrm>
              <a:off x="2009220" y="473580"/>
              <a:ext cx="145080" cy="20664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7DE98610-653B-907F-96F6-A589EF8FE5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04900" y="469260"/>
                <a:ext cx="153720" cy="21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5330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BBCE76-56EC-48D3-99B6-A370B853CEE9}"/>
              </a:ext>
            </a:extLst>
          </p:cNvPr>
          <p:cNvSpPr txBox="1"/>
          <p:nvPr/>
        </p:nvSpPr>
        <p:spPr>
          <a:xfrm>
            <a:off x="120650" y="2413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・三角関数</a:t>
            </a:r>
            <a:endParaRPr kumimoji="1" lang="ja-JP" altLang="en-US" b="1" u="sng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B424B07-BED7-44DF-A25E-6FC63CCDD227}"/>
              </a:ext>
            </a:extLst>
          </p:cNvPr>
          <p:cNvSpPr txBox="1"/>
          <p:nvPr/>
        </p:nvSpPr>
        <p:spPr>
          <a:xfrm>
            <a:off x="119380" y="4889500"/>
            <a:ext cx="17908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・弧度法と</a:t>
            </a:r>
            <a:r>
              <a:rPr kumimoji="1" lang="en-US" altLang="ja-JP" sz="1200" b="1" u="sng" dirty="0"/>
              <a:t>π(</a:t>
            </a:r>
            <a:r>
              <a:rPr kumimoji="1" lang="ja-JP" altLang="en-US" sz="1200" b="1" u="sng" dirty="0"/>
              <a:t>ラジアン</a:t>
            </a:r>
            <a:r>
              <a:rPr kumimoji="1" lang="en-US" altLang="ja-JP" sz="1200" b="1" u="sng" dirty="0"/>
              <a:t>)</a:t>
            </a:r>
            <a:endParaRPr kumimoji="1" lang="ja-JP" altLang="en-US" b="1" u="sng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BC76ECF-F093-441A-9206-46DEAF6C9B4D}"/>
              </a:ext>
            </a:extLst>
          </p:cNvPr>
          <p:cNvSpPr txBox="1"/>
          <p:nvPr/>
        </p:nvSpPr>
        <p:spPr>
          <a:xfrm>
            <a:off x="228600" y="517527"/>
            <a:ext cx="3657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三角比の性質元に、</a:t>
            </a:r>
            <a:r>
              <a:rPr kumimoji="1" lang="ja-JP" altLang="en-US" sz="1200" b="1" dirty="0"/>
              <a:t>様々な法則を式にまとめた</a:t>
            </a:r>
            <a:r>
              <a:rPr kumimoji="1" lang="ja-JP" altLang="en-US" sz="1200" dirty="0"/>
              <a:t>のが三角関数です。</a:t>
            </a:r>
            <a:endParaRPr kumimoji="1" lang="en-US" altLang="ja-JP" sz="1200" dirty="0"/>
          </a:p>
          <a:p>
            <a:r>
              <a:rPr kumimoji="1" lang="ja-JP" altLang="en-US" sz="1200" dirty="0"/>
              <a:t>代表例は以下の三つです。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ja-JP" altLang="en-US" dirty="0"/>
              <a:t>・余弦定理</a:t>
            </a:r>
            <a:endParaRPr kumimoji="1" lang="en-US" altLang="ja-JP" dirty="0"/>
          </a:p>
          <a:p>
            <a:r>
              <a:rPr kumimoji="1" lang="ja-JP" altLang="en-US" dirty="0"/>
              <a:t>・正弦定理</a:t>
            </a:r>
            <a:endParaRPr kumimoji="1" lang="en-US" altLang="ja-JP" dirty="0"/>
          </a:p>
          <a:p>
            <a:r>
              <a:rPr kumimoji="1" lang="ja-JP" altLang="en-US" dirty="0"/>
              <a:t>・加法定理</a:t>
            </a:r>
            <a:endParaRPr kumimoji="1" lang="en-US" altLang="ja-JP" dirty="0"/>
          </a:p>
          <a:p>
            <a:endParaRPr kumimoji="1" lang="en-US" altLang="ja-JP" sz="1200" dirty="0"/>
          </a:p>
          <a:p>
            <a:r>
              <a:rPr kumimoji="1" lang="ja-JP" altLang="en-US" sz="1200" dirty="0"/>
              <a:t>本当は全部覚えたほうが良いですが、</a:t>
            </a:r>
            <a:endParaRPr kumimoji="1" lang="en-US" altLang="ja-JP" sz="1200" dirty="0"/>
          </a:p>
          <a:p>
            <a:r>
              <a:rPr kumimoji="1" lang="ja-JP" altLang="en-US" sz="1200" dirty="0"/>
              <a:t>ゲームなら加法定理だけ覚えておけばどうにかなります。</a:t>
            </a:r>
            <a:endParaRPr kumimoji="1" lang="en-US" altLang="ja-JP" sz="1200" dirty="0"/>
          </a:p>
          <a:p>
            <a:r>
              <a:rPr kumimoji="1" lang="en-US" altLang="ja-JP" sz="1200" dirty="0"/>
              <a:t>(※</a:t>
            </a:r>
            <a:r>
              <a:rPr kumimoji="1" lang="ja-JP" altLang="en-US" sz="1200" dirty="0"/>
              <a:t>ただし、加法の証明には余弦と正弦が必要です</a:t>
            </a:r>
            <a:r>
              <a:rPr kumimoji="1" lang="en-US" altLang="ja-JP" sz="1200" dirty="0"/>
              <a:t>)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8A2136E-2043-41EC-BFA5-BC5CC84FB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213099"/>
            <a:ext cx="7131050" cy="149344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FA457B7-41D2-4420-9745-F22E15028B96}"/>
              </a:ext>
            </a:extLst>
          </p:cNvPr>
          <p:cNvSpPr txBox="1"/>
          <p:nvPr/>
        </p:nvSpPr>
        <p:spPr>
          <a:xfrm>
            <a:off x="3960644" y="1007429"/>
            <a:ext cx="3560590" cy="116955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400" dirty="0"/>
              <a:t>覚えたほうが良いですが、</a:t>
            </a:r>
            <a:endParaRPr kumimoji="1" lang="en-US" altLang="ja-JP" sz="1400" dirty="0"/>
          </a:p>
          <a:p>
            <a:r>
              <a:rPr kumimoji="1" lang="ja-JP" altLang="en-US" sz="1400" dirty="0"/>
              <a:t>覚えれないなら覚えれないで良いです。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なんとなく形を覚えて、</a:t>
            </a:r>
            <a:endParaRPr kumimoji="1" lang="en-US" altLang="ja-JP" sz="1400" dirty="0"/>
          </a:p>
          <a:p>
            <a:r>
              <a:rPr kumimoji="1" lang="ja-JP" altLang="en-US" sz="1400" dirty="0"/>
              <a:t>必要なときに探して使えるようになりましょう。</a:t>
            </a:r>
          </a:p>
        </p:txBody>
      </p:sp>
      <p:sp>
        <p:nvSpPr>
          <p:cNvPr id="5" name="矢印: 下 4">
            <a:extLst>
              <a:ext uri="{FF2B5EF4-FFF2-40B4-BE49-F238E27FC236}">
                <a16:creationId xmlns:a16="http://schemas.microsoft.com/office/drawing/2014/main" id="{B5534F08-3E7B-40B3-8B38-2C87DA258E78}"/>
              </a:ext>
            </a:extLst>
          </p:cNvPr>
          <p:cNvSpPr/>
          <p:nvPr/>
        </p:nvSpPr>
        <p:spPr>
          <a:xfrm>
            <a:off x="4921250" y="2364380"/>
            <a:ext cx="1638300" cy="5181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3BB037D-B547-41D1-99A6-204C9F3456B8}"/>
                  </a:ext>
                </a:extLst>
              </p:cNvPr>
              <p:cNvSpPr txBox="1"/>
              <p:nvPr/>
            </p:nvSpPr>
            <p:spPr>
              <a:xfrm>
                <a:off x="228600" y="5270500"/>
                <a:ext cx="3657600" cy="2523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200" dirty="0"/>
                  <a:t>これまで弧度法で考えてきましたが、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計算の簡便さから一般的には</a:t>
                </a:r>
                <a:r>
                  <a:rPr kumimoji="1" lang="en-US" altLang="ja-JP" sz="1200" dirty="0"/>
                  <a:t>π(</a:t>
                </a:r>
                <a:r>
                  <a:rPr kumimoji="1" lang="ja-JP" altLang="en-US" sz="1200" dirty="0"/>
                  <a:t>ラジアン</a:t>
                </a:r>
                <a:r>
                  <a:rPr kumimoji="1" lang="en-US" altLang="ja-JP" sz="1200" dirty="0"/>
                  <a:t>)</a:t>
                </a:r>
                <a:r>
                  <a:rPr kumimoji="1" lang="ja-JP" altLang="en-US" sz="1200" dirty="0"/>
                  <a:t>で計算します。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難しいことは考えずに、</a:t>
                </a:r>
                <a:r>
                  <a:rPr kumimoji="1" lang="en-US" altLang="ja-JP" sz="1200" dirty="0"/>
                  <a:t>π=180°</a:t>
                </a:r>
                <a:r>
                  <a:rPr kumimoji="1" lang="ja-JP" altLang="en-US" sz="1200" dirty="0"/>
                  <a:t>だと思いましょう。</a:t>
                </a:r>
                <a:endParaRPr kumimoji="1" lang="en-US" altLang="ja-JP" sz="1200" dirty="0"/>
              </a:p>
              <a:p>
                <a:r>
                  <a:rPr kumimoji="1" lang="en-US" altLang="ja-JP" sz="1200" dirty="0"/>
                  <a:t>(π=3.1415….. </a:t>
                </a:r>
                <a:r>
                  <a:rPr kumimoji="1" lang="ja-JP" altLang="en-US" sz="1200" dirty="0"/>
                  <a:t>つまり、円周率です</a:t>
                </a:r>
                <a:r>
                  <a:rPr kumimoji="1" lang="en-US" altLang="ja-JP" sz="1200" dirty="0"/>
                  <a:t>)</a:t>
                </a:r>
              </a:p>
              <a:p>
                <a:endParaRPr kumimoji="1" lang="en-US" altLang="ja-JP" sz="1200" dirty="0"/>
              </a:p>
              <a:p>
                <a:r>
                  <a:rPr kumimoji="1" lang="en-US" altLang="ja-JP" sz="1200" dirty="0"/>
                  <a:t>π</a:t>
                </a:r>
                <a:r>
                  <a:rPr kumimoji="1" lang="ja-JP" altLang="en-US" sz="1200" dirty="0"/>
                  <a:t>で考えていくと、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表記もいろいろ変わります。</a:t>
                </a:r>
                <a:endParaRPr kumimoji="1" lang="en-US" altLang="ja-JP" sz="1200" dirty="0"/>
              </a:p>
              <a:p>
                <a:endParaRPr kumimoji="1" lang="en-US" altLang="ja-JP" sz="1200" dirty="0"/>
              </a:p>
              <a:p>
                <a:r>
                  <a:rPr kumimoji="1" lang="ja-JP" altLang="en-US" sz="1200" dirty="0"/>
                  <a:t>（円周の長さ）　＝　</a:t>
                </a:r>
                <a14:m>
                  <m:oMath xmlns:m="http://schemas.openxmlformats.org/officeDocument/2006/math"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kumimoji="1" lang="en-US" altLang="ja-JP" sz="1200" dirty="0"/>
              </a:p>
              <a:p>
                <a:r>
                  <a:rPr kumimoji="1" lang="ja-JP" altLang="en-US" sz="1200" dirty="0"/>
                  <a:t>（円の面積）＝　</a:t>
                </a:r>
                <a14:m>
                  <m:oMath xmlns:m="http://schemas.openxmlformats.org/officeDocument/2006/math"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kumimoji="1" lang="ja-JP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1200" dirty="0"/>
              </a:p>
              <a:p>
                <a:r>
                  <a:rPr kumimoji="1" lang="ja-JP" altLang="en-US" sz="1200" dirty="0"/>
                  <a:t>（円柱の面積）</a:t>
                </a:r>
                <a:r>
                  <a:rPr kumimoji="1" lang="en-US" altLang="ja-JP" sz="1200" dirty="0"/>
                  <a:t>=</a:t>
                </a:r>
                <a14:m>
                  <m:oMath xmlns:m="http://schemas.openxmlformats.org/officeDocument/2006/math">
                    <m:r>
                      <a:rPr kumimoji="1" lang="ja-JP" altLang="en-US" sz="1200" i="1" dirty="0">
                        <a:latin typeface="Cambria Math" panose="02040503050406030204" pitchFamily="18" charset="0"/>
                      </a:rPr>
                      <m:t>　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kumimoji="1" lang="ja-JP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1200" b="0" i="0" smtClean="0">
                        <a:latin typeface="Cambria Math" panose="02040503050406030204" pitchFamily="18" charset="0"/>
                      </a:rPr>
                      <m:t> ∗</m:t>
                    </m:r>
                  </m:oMath>
                </a14:m>
                <a:r>
                  <a:rPr kumimoji="1" lang="en-US" altLang="ja-JP" sz="1200" dirty="0"/>
                  <a:t> </a:t>
                </a:r>
                <a:r>
                  <a:rPr kumimoji="1" lang="ja-JP" altLang="en-US" sz="1200" dirty="0"/>
                  <a:t>高さ</a:t>
                </a:r>
                <a:endParaRPr kumimoji="1" lang="en-US" altLang="ja-JP" sz="1200" dirty="0"/>
              </a:p>
              <a:p>
                <a:r>
                  <a:rPr kumimoji="1" lang="ja-JP" altLang="en-US" sz="1200" dirty="0"/>
                  <a:t>（円錐の面積）</a:t>
                </a:r>
                <a:r>
                  <a:rPr kumimoji="1" lang="en-US" altLang="ja-JP" sz="1200" dirty="0"/>
                  <a:t>=</a:t>
                </a:r>
                <a14:m>
                  <m:oMath xmlns:m="http://schemas.openxmlformats.org/officeDocument/2006/math">
                    <m:r>
                      <a:rPr kumimoji="1" lang="en-US" altLang="ja-JP" sz="12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kumimoji="1" lang="ja-JP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kumimoji="1" lang="ja-JP" altLang="en-US" sz="12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kumimoji="1" lang="ja-JP" altLang="en-US" sz="12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1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sz="1200" dirty="0"/>
                  <a:t>*</a:t>
                </a:r>
                <a:r>
                  <a:rPr kumimoji="1" lang="ja-JP" altLang="en-US" sz="1200" dirty="0"/>
                  <a:t>高さ</a:t>
                </a:r>
                <a:r>
                  <a:rPr kumimoji="1" lang="en-US" altLang="ja-JP" sz="1200" dirty="0"/>
                  <a:t> / 3</a:t>
                </a: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3BB037D-B547-41D1-99A6-204C9F345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5270500"/>
                <a:ext cx="3657600" cy="2523768"/>
              </a:xfrm>
              <a:prstGeom prst="rect">
                <a:avLst/>
              </a:prstGeom>
              <a:blipFill>
                <a:blip r:embed="rId3"/>
                <a:stretch>
                  <a:fillRect l="-167" t="-242" r="-2167" b="-9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1534E18-9B3F-4153-BF6D-AA4FB98EF756}"/>
                  </a:ext>
                </a:extLst>
              </p:cNvPr>
              <p:cNvSpPr txBox="1"/>
              <p:nvPr/>
            </p:nvSpPr>
            <p:spPr>
              <a:xfrm>
                <a:off x="3999314" y="5163959"/>
                <a:ext cx="3482171" cy="493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en-US" altLang="ja-JP" sz="1400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  <m:t>　</m:t>
                          </m:r>
                          <m:r>
                            <m:rPr>
                              <m:sty m:val="p"/>
                            </m:rPr>
                            <a:rPr kumimoji="1" lang="ja-JP" altLang="en-US" sz="140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1534E18-9B3F-4153-BF6D-AA4FB98EF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314" y="5163959"/>
                <a:ext cx="3482171" cy="493468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2F6FA2AA-4B7D-4EC4-9AA9-0A8AE0D2F284}"/>
                  </a:ext>
                </a:extLst>
              </p:cNvPr>
              <p:cNvSpPr txBox="1"/>
              <p:nvPr/>
            </p:nvSpPr>
            <p:spPr>
              <a:xfrm>
                <a:off x="3960644" y="5770606"/>
                <a:ext cx="3482171" cy="4934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en-US" altLang="ja-JP" sz="1400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4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14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  <m:t>　</m:t>
                          </m:r>
                          <m:r>
                            <m:rPr>
                              <m:sty m:val="p"/>
                            </m:rPr>
                            <a:rPr kumimoji="1" lang="en-US" altLang="ja-JP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kumimoji="1" lang="ja-JP" altLang="en-US" sz="140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1400" i="1">
                          <a:latin typeface="Cambria Math" panose="02040503050406030204" pitchFamily="18" charset="0"/>
                        </a:rPr>
                        <m:t>　</m:t>
                      </m:r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2F6FA2AA-4B7D-4EC4-9AA9-0A8AE0D2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644" y="5770606"/>
                <a:ext cx="3482171" cy="4934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9C7D7075-517F-468D-9FA8-2F28236D80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549" y="6377253"/>
            <a:ext cx="3388359" cy="1516383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2C6257-C38E-4B3B-B5C4-3B59FFC5F7F0}"/>
              </a:ext>
            </a:extLst>
          </p:cNvPr>
          <p:cNvSpPr/>
          <p:nvPr/>
        </p:nvSpPr>
        <p:spPr>
          <a:xfrm>
            <a:off x="4083050" y="5050780"/>
            <a:ext cx="3285321" cy="1286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A847B4D-AE7C-4760-B0FF-774C8B283385}"/>
              </a:ext>
            </a:extLst>
          </p:cNvPr>
          <p:cNvSpPr txBox="1"/>
          <p:nvPr/>
        </p:nvSpPr>
        <p:spPr>
          <a:xfrm>
            <a:off x="4007549" y="4880022"/>
            <a:ext cx="1031051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050" dirty="0"/>
              <a:t>これは覚える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0CC366-1053-4C93-A4B0-E87A29C13081}"/>
              </a:ext>
            </a:extLst>
          </p:cNvPr>
          <p:cNvSpPr txBox="1"/>
          <p:nvPr/>
        </p:nvSpPr>
        <p:spPr>
          <a:xfrm>
            <a:off x="104140" y="80137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・基本問題</a:t>
            </a:r>
            <a:endParaRPr kumimoji="1" lang="ja-JP" altLang="en-US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852F8DC-8831-4A05-8451-6F5B40C613B3}"/>
                  </a:ext>
                </a:extLst>
              </p:cNvPr>
              <p:cNvSpPr txBox="1"/>
              <p:nvPr/>
            </p:nvSpPr>
            <p:spPr>
              <a:xfrm>
                <a:off x="294932" y="8510131"/>
                <a:ext cx="1193660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2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2852F8DC-8831-4A05-8451-6F5B40C61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32" y="8510131"/>
                <a:ext cx="1193660" cy="414985"/>
              </a:xfrm>
              <a:prstGeom prst="rect">
                <a:avLst/>
              </a:prstGeom>
              <a:blipFill>
                <a:blip r:embed="rId7"/>
                <a:stretch>
                  <a:fillRect l="-2551" r="-510" b="-14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9AC4FCC-B6C0-4CC3-BF45-A8DC1617C6D7}"/>
                  </a:ext>
                </a:extLst>
              </p:cNvPr>
              <p:cNvSpPr txBox="1"/>
              <p:nvPr/>
            </p:nvSpPr>
            <p:spPr>
              <a:xfrm>
                <a:off x="300708" y="9437043"/>
                <a:ext cx="1030090" cy="4078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9AC4FCC-B6C0-4CC3-BF45-A8DC1617C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08" y="9437043"/>
                <a:ext cx="1030090" cy="407869"/>
              </a:xfrm>
              <a:prstGeom prst="rect">
                <a:avLst/>
              </a:prstGeom>
              <a:blipFill>
                <a:blip r:embed="rId8"/>
                <a:stretch>
                  <a:fillRect l="-1183" r="-1183" b="-1194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FB0D7D-60C3-4A8B-AED8-9C62FE30863E}"/>
                  </a:ext>
                </a:extLst>
              </p:cNvPr>
              <p:cNvSpPr txBox="1"/>
              <p:nvPr/>
            </p:nvSpPr>
            <p:spPr>
              <a:xfrm>
                <a:off x="3625850" y="8510131"/>
                <a:ext cx="1193660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ja-JP" altLang="en-US" sz="1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2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kumimoji="1" lang="ja-JP" altLang="en-US" sz="12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2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A1FB0D7D-60C3-4A8B-AED8-9C62FE308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5850" y="8510131"/>
                <a:ext cx="1193660" cy="414985"/>
              </a:xfrm>
              <a:prstGeom prst="rect">
                <a:avLst/>
              </a:prstGeom>
              <a:blipFill>
                <a:blip r:embed="rId9"/>
                <a:stretch>
                  <a:fillRect l="-2551" r="-510" b="-14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664CC111-3A15-484C-8700-26AD08ABBA4C}"/>
                  </a:ext>
                </a:extLst>
              </p:cNvPr>
              <p:cNvSpPr txBox="1"/>
              <p:nvPr/>
            </p:nvSpPr>
            <p:spPr>
              <a:xfrm>
                <a:off x="3693400" y="9406340"/>
                <a:ext cx="1058559" cy="484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400" i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664CC111-3A15-484C-8700-26AD08ABB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3400" y="9406340"/>
                <a:ext cx="1058559" cy="484043"/>
              </a:xfrm>
              <a:prstGeom prst="rect">
                <a:avLst/>
              </a:prstGeom>
              <a:blipFill>
                <a:blip r:embed="rId10"/>
                <a:stretch>
                  <a:fillRect l="-1724" r="-5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E654B26-8774-C7F4-673B-C60D56AD20D7}"/>
                  </a:ext>
                </a:extLst>
              </p:cNvPr>
              <p:cNvSpPr txBox="1"/>
              <p:nvPr/>
            </p:nvSpPr>
            <p:spPr>
              <a:xfrm>
                <a:off x="1281806" y="8558605"/>
                <a:ext cx="2344044" cy="3180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11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1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1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1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sz="11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ja-JP" altLang="en-US" sz="1100" i="1">
                              <a:latin typeface="Cambria Math" panose="02040503050406030204" pitchFamily="18" charset="0"/>
                            </a:rPr>
                            <m:t>𝜋</m:t>
                          </m:r>
                          <m:func>
                            <m:funcPr>
                              <m:ctrlPr>
                                <a:rPr kumimoji="1" lang="ja-JP" altLang="en-US" sz="11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ja-JP" altLang="en-US" sz="110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kumimoji="1" lang="ja-JP" altLang="en-US" sz="11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1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ja-JP" altLang="en-US" sz="1100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kumimoji="1" lang="ja-JP" altLang="en-US" sz="1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</m:e>
                      </m:func>
                      <m:r>
                        <a:rPr kumimoji="1" lang="ja-JP" altLang="en-US" sz="1100" dirty="0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ja-JP" altLang="en-US" sz="11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100" i="0" dirty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1100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100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11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ja-JP" altLang="en-US" sz="11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func>
                            <m:funcPr>
                              <m:ctrlPr>
                                <a:rPr kumimoji="1" lang="ja-JP" altLang="en-US" sz="1100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ja-JP" altLang="en-US" sz="1100" i="0" dirty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kumimoji="1" lang="ja-JP" altLang="en-US" sz="1100" i="1" dirty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1100" i="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en-US" altLang="ja-JP" sz="1100" b="0" i="0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kumimoji="1" lang="ja-JP" altLang="en-US" sz="11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kumimoji="1" lang="en-US" altLang="ja-JP" sz="1100" dirty="0"/>
              </a:p>
            </p:txBody>
          </p:sp>
        </mc:Choice>
        <mc:Fallback xmlns="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E654B26-8774-C7F4-673B-C60D56AD20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806" y="8558605"/>
                <a:ext cx="2344044" cy="318036"/>
              </a:xfrm>
              <a:prstGeom prst="rect">
                <a:avLst/>
              </a:prstGeom>
              <a:blipFill>
                <a:blip r:embed="rId11"/>
                <a:stretch>
                  <a:fillRect b="-134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7BE03170-18C0-3DAC-D647-7A24BBBA26D6}"/>
                  </a:ext>
                </a:extLst>
              </p:cNvPr>
              <p:cNvSpPr txBox="1"/>
              <p:nvPr/>
            </p:nvSpPr>
            <p:spPr>
              <a:xfrm>
                <a:off x="1339885" y="9519950"/>
                <a:ext cx="649344" cy="2420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7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sz="7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d>
                            <m:dPr>
                              <m:ctrlPr>
                                <a:rPr kumimoji="1" lang="ja-JP" altLang="en-US" sz="7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ja-JP" altLang="en-US" sz="700" b="1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700" b="1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kumimoji="1" lang="ja-JP" altLang="en-US" sz="700" b="1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kumimoji="1" lang="ja-JP" altLang="en-US" sz="7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kumimoji="1" lang="ja-JP" altLang="en-US" sz="700" b="1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ja-JP" altLang="en-US" sz="700" b="1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ja-JP" altLang="en-US" sz="700" b="1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kumimoji="1" lang="ja-JP" altLang="en-US" sz="700" b="1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  <m:r>
                                <a:rPr kumimoji="1" lang="ja-JP" altLang="en-US" sz="700" b="1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sz="1000" b="1" dirty="0"/>
              </a:p>
            </p:txBody>
          </p:sp>
        </mc:Choice>
        <mc:Fallback xmlns="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7BE03170-18C0-3DAC-D647-7A24BBBA2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885" y="9519950"/>
                <a:ext cx="649344" cy="242054"/>
              </a:xfrm>
              <a:prstGeom prst="rect">
                <a:avLst/>
              </a:prstGeom>
              <a:blipFill>
                <a:blip r:embed="rId12"/>
                <a:stretch>
                  <a:fillRect l="-943" b="-25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5E482DDE-FEC8-F1FC-EA4B-08F45E99C04C}"/>
                  </a:ext>
                </a:extLst>
              </p:cNvPr>
              <p:cNvSpPr txBox="1"/>
              <p:nvPr/>
            </p:nvSpPr>
            <p:spPr>
              <a:xfrm>
                <a:off x="1147201" y="9932800"/>
                <a:ext cx="1461939" cy="202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7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  <m:t>＝</m:t>
                          </m:r>
                          <m:r>
                            <a:rPr kumimoji="1" lang="ja-JP" altLang="en-US" sz="700" i="1" smtClean="0">
                              <a:latin typeface="Cambria Math" panose="02040503050406030204" pitchFamily="18" charset="0"/>
                            </a:rPr>
                            <m:t>　</m:t>
                          </m:r>
                          <m:r>
                            <m:rPr>
                              <m:sty m:val="p"/>
                            </m:rPr>
                            <a:rPr kumimoji="1" lang="ja-JP" altLang="en-US" sz="7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7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kumimoji="1" lang="ja-JP" altLang="en-US" sz="700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7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7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kumimoji="1" lang="ja-JP" altLang="en-US" sz="700" i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7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7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  <m:r>
                        <a:rPr kumimoji="1" lang="ja-JP" altLang="en-US" sz="700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7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kumimoji="1" lang="ja-JP" altLang="en-US" sz="7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sz="7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kumimoji="1" lang="ja-JP" altLang="en-US" sz="7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func>
                    </m:oMath>
                  </m:oMathPara>
                </a14:m>
                <a:endParaRPr kumimoji="1" lang="ja-JP" altLang="en-US" sz="700" dirty="0"/>
              </a:p>
            </p:txBody>
          </p:sp>
        </mc:Choice>
        <mc:Fallback xmlns="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5E482DDE-FEC8-F1FC-EA4B-08F45E99C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201" y="9932800"/>
                <a:ext cx="1461939" cy="202428"/>
              </a:xfrm>
              <a:prstGeom prst="rect">
                <a:avLst/>
              </a:prstGeom>
              <a:blipFill>
                <a:blip r:embed="rId13"/>
                <a:stretch>
                  <a:fillRect l="-417" t="-2941" r="-417" b="-14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2" name="グループ化 161">
            <a:extLst>
              <a:ext uri="{FF2B5EF4-FFF2-40B4-BE49-F238E27FC236}">
                <a16:creationId xmlns:a16="http://schemas.microsoft.com/office/drawing/2014/main" id="{A15C1E58-53F9-AC2C-2CB1-F3C89454E1D8}"/>
              </a:ext>
            </a:extLst>
          </p:cNvPr>
          <p:cNvGrpSpPr/>
          <p:nvPr/>
        </p:nvGrpSpPr>
        <p:grpSpPr>
          <a:xfrm>
            <a:off x="5158380" y="8251500"/>
            <a:ext cx="1620360" cy="752040"/>
            <a:chOff x="5158380" y="8251500"/>
            <a:chExt cx="1620360" cy="75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E5587E38-560D-87AB-5BE8-6AD51193E32E}"/>
                    </a:ext>
                  </a:extLst>
                </p14:cNvPr>
                <p14:cNvContentPartPr/>
                <p14:nvPr/>
              </p14:nvContentPartPr>
              <p14:xfrm>
                <a:off x="5158380" y="8600340"/>
                <a:ext cx="1061280" cy="11700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E5587E38-560D-87AB-5BE8-6AD51193E3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54060" y="8596020"/>
                  <a:ext cx="1069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371D81A9-59D1-EE6F-ABB1-4193212A5A59}"/>
                    </a:ext>
                  </a:extLst>
                </p14:cNvPr>
                <p14:cNvContentPartPr/>
                <p14:nvPr/>
              </p14:nvContentPartPr>
              <p14:xfrm>
                <a:off x="5557620" y="8740020"/>
                <a:ext cx="298440" cy="16272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371D81A9-59D1-EE6F-ABB1-4193212A5A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53300" y="8735700"/>
                  <a:ext cx="307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1EA49F91-0F59-1501-818C-4E8E76B13669}"/>
                    </a:ext>
                  </a:extLst>
                </p14:cNvPr>
                <p14:cNvContentPartPr/>
                <p14:nvPr/>
              </p14:nvContentPartPr>
              <p14:xfrm>
                <a:off x="5686140" y="8777820"/>
                <a:ext cx="28800" cy="22572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1EA49F91-0F59-1501-818C-4E8E76B1366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81820" y="8773500"/>
                  <a:ext cx="374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5C746AA8-32D1-29B5-DB60-A09C20D6C349}"/>
                    </a:ext>
                  </a:extLst>
                </p14:cNvPr>
                <p14:cNvContentPartPr/>
                <p14:nvPr/>
              </p14:nvContentPartPr>
              <p14:xfrm>
                <a:off x="5272860" y="8335380"/>
                <a:ext cx="390960" cy="32292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5C746AA8-32D1-29B5-DB60-A09C20D6C34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68540" y="8331060"/>
                  <a:ext cx="3996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4" name="インク 153">
                  <a:extLst>
                    <a:ext uri="{FF2B5EF4-FFF2-40B4-BE49-F238E27FC236}">
                      <a16:creationId xmlns:a16="http://schemas.microsoft.com/office/drawing/2014/main" id="{8688F36F-83F8-7540-E92C-9EE63E504779}"/>
                    </a:ext>
                  </a:extLst>
                </p14:cNvPr>
                <p14:cNvContentPartPr/>
                <p14:nvPr/>
              </p14:nvContentPartPr>
              <p14:xfrm>
                <a:off x="5514420" y="8381820"/>
                <a:ext cx="163080" cy="229680"/>
              </p14:xfrm>
            </p:contentPart>
          </mc:Choice>
          <mc:Fallback xmlns="">
            <p:pic>
              <p:nvPicPr>
                <p:cNvPr id="154" name="インク 153">
                  <a:extLst>
                    <a:ext uri="{FF2B5EF4-FFF2-40B4-BE49-F238E27FC236}">
                      <a16:creationId xmlns:a16="http://schemas.microsoft.com/office/drawing/2014/main" id="{8688F36F-83F8-7540-E92C-9EE63E5047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10100" y="8377500"/>
                  <a:ext cx="17172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4286B56B-5E93-D778-3B66-62DE64E62A43}"/>
                    </a:ext>
                  </a:extLst>
                </p14:cNvPr>
                <p14:cNvContentPartPr/>
                <p14:nvPr/>
              </p14:nvContentPartPr>
              <p14:xfrm>
                <a:off x="5729700" y="8472540"/>
                <a:ext cx="256680" cy="1584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4286B56B-5E93-D778-3B66-62DE64E62A4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725380" y="8468220"/>
                  <a:ext cx="265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4A5CC82F-6E5C-476B-DDD6-587F97904B18}"/>
                    </a:ext>
                  </a:extLst>
                </p14:cNvPr>
                <p14:cNvContentPartPr/>
                <p14:nvPr/>
              </p14:nvContentPartPr>
              <p14:xfrm>
                <a:off x="5982060" y="8251500"/>
                <a:ext cx="445680" cy="32760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4A5CC82F-6E5C-476B-DDD6-587F97904B1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77740" y="8247180"/>
                  <a:ext cx="4543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0" name="インク 159">
                  <a:extLst>
                    <a:ext uri="{FF2B5EF4-FFF2-40B4-BE49-F238E27FC236}">
                      <a16:creationId xmlns:a16="http://schemas.microsoft.com/office/drawing/2014/main" id="{0F6D16EF-45AA-090E-3463-7FE4956EA07C}"/>
                    </a:ext>
                  </a:extLst>
                </p14:cNvPr>
                <p14:cNvContentPartPr/>
                <p14:nvPr/>
              </p14:nvContentPartPr>
              <p14:xfrm>
                <a:off x="6225060" y="8341140"/>
                <a:ext cx="289440" cy="145440"/>
              </p14:xfrm>
            </p:contentPart>
          </mc:Choice>
          <mc:Fallback xmlns="">
            <p:pic>
              <p:nvPicPr>
                <p:cNvPr id="160" name="インク 159">
                  <a:extLst>
                    <a:ext uri="{FF2B5EF4-FFF2-40B4-BE49-F238E27FC236}">
                      <a16:creationId xmlns:a16="http://schemas.microsoft.com/office/drawing/2014/main" id="{0F6D16EF-45AA-090E-3463-7FE4956EA07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20740" y="8336820"/>
                  <a:ext cx="298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1" name="インク 160">
                  <a:extLst>
                    <a:ext uri="{FF2B5EF4-FFF2-40B4-BE49-F238E27FC236}">
                      <a16:creationId xmlns:a16="http://schemas.microsoft.com/office/drawing/2014/main" id="{E380FD63-FA29-DB95-92FB-67FA3807A529}"/>
                    </a:ext>
                  </a:extLst>
                </p14:cNvPr>
                <p14:cNvContentPartPr/>
                <p14:nvPr/>
              </p14:nvContentPartPr>
              <p14:xfrm>
                <a:off x="6179340" y="8545620"/>
                <a:ext cx="599400" cy="57240"/>
              </p14:xfrm>
            </p:contentPart>
          </mc:Choice>
          <mc:Fallback xmlns="">
            <p:pic>
              <p:nvPicPr>
                <p:cNvPr id="161" name="インク 160">
                  <a:extLst>
                    <a:ext uri="{FF2B5EF4-FFF2-40B4-BE49-F238E27FC236}">
                      <a16:creationId xmlns:a16="http://schemas.microsoft.com/office/drawing/2014/main" id="{E380FD63-FA29-DB95-92FB-67FA3807A52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75020" y="8541300"/>
                  <a:ext cx="60804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グループ化 176">
            <a:extLst>
              <a:ext uri="{FF2B5EF4-FFF2-40B4-BE49-F238E27FC236}">
                <a16:creationId xmlns:a16="http://schemas.microsoft.com/office/drawing/2014/main" id="{273F0D91-3D34-86E5-DC01-9C6797199C14}"/>
              </a:ext>
            </a:extLst>
          </p:cNvPr>
          <p:cNvGrpSpPr/>
          <p:nvPr/>
        </p:nvGrpSpPr>
        <p:grpSpPr>
          <a:xfrm>
            <a:off x="1525480" y="8977280"/>
            <a:ext cx="632160" cy="347040"/>
            <a:chOff x="2355340" y="8857370"/>
            <a:chExt cx="63216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4" name="インク 163">
                  <a:extLst>
                    <a:ext uri="{FF2B5EF4-FFF2-40B4-BE49-F238E27FC236}">
                      <a16:creationId xmlns:a16="http://schemas.microsoft.com/office/drawing/2014/main" id="{115674A9-1744-6AEB-ED77-4C5F323FBE44}"/>
                    </a:ext>
                  </a:extLst>
                </p14:cNvPr>
                <p14:cNvContentPartPr/>
                <p14:nvPr/>
              </p14:nvContentPartPr>
              <p14:xfrm>
                <a:off x="2355340" y="8967890"/>
                <a:ext cx="632160" cy="110880"/>
              </p14:xfrm>
            </p:contentPart>
          </mc:Choice>
          <mc:Fallback xmlns="">
            <p:pic>
              <p:nvPicPr>
                <p:cNvPr id="164" name="インク 163">
                  <a:extLst>
                    <a:ext uri="{FF2B5EF4-FFF2-40B4-BE49-F238E27FC236}">
                      <a16:creationId xmlns:a16="http://schemas.microsoft.com/office/drawing/2014/main" id="{115674A9-1744-6AEB-ED77-4C5F323FBE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51020" y="8963570"/>
                  <a:ext cx="640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65" name="インク 164">
                  <a:extLst>
                    <a:ext uri="{FF2B5EF4-FFF2-40B4-BE49-F238E27FC236}">
                      <a16:creationId xmlns:a16="http://schemas.microsoft.com/office/drawing/2014/main" id="{1271B2F7-B558-E727-950B-E272FB0C958B}"/>
                    </a:ext>
                  </a:extLst>
                </p14:cNvPr>
                <p14:cNvContentPartPr/>
                <p14:nvPr/>
              </p14:nvContentPartPr>
              <p14:xfrm>
                <a:off x="2609140" y="9067610"/>
                <a:ext cx="146160" cy="90000"/>
              </p14:xfrm>
            </p:contentPart>
          </mc:Choice>
          <mc:Fallback xmlns="">
            <p:pic>
              <p:nvPicPr>
                <p:cNvPr id="165" name="インク 164">
                  <a:extLst>
                    <a:ext uri="{FF2B5EF4-FFF2-40B4-BE49-F238E27FC236}">
                      <a16:creationId xmlns:a16="http://schemas.microsoft.com/office/drawing/2014/main" id="{1271B2F7-B558-E727-950B-E272FB0C958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04820" y="9063290"/>
                  <a:ext cx="154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6" name="インク 165">
                  <a:extLst>
                    <a:ext uri="{FF2B5EF4-FFF2-40B4-BE49-F238E27FC236}">
                      <a16:creationId xmlns:a16="http://schemas.microsoft.com/office/drawing/2014/main" id="{7012C3C8-6754-DCCA-8BE1-EB3335C8493D}"/>
                    </a:ext>
                  </a:extLst>
                </p14:cNvPr>
                <p14:cNvContentPartPr/>
                <p14:nvPr/>
              </p14:nvContentPartPr>
              <p14:xfrm>
                <a:off x="2702740" y="9099290"/>
                <a:ext cx="34200" cy="105120"/>
              </p14:xfrm>
            </p:contentPart>
          </mc:Choice>
          <mc:Fallback xmlns="">
            <p:pic>
              <p:nvPicPr>
                <p:cNvPr id="166" name="インク 165">
                  <a:extLst>
                    <a:ext uri="{FF2B5EF4-FFF2-40B4-BE49-F238E27FC236}">
                      <a16:creationId xmlns:a16="http://schemas.microsoft.com/office/drawing/2014/main" id="{7012C3C8-6754-DCCA-8BE1-EB3335C849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98420" y="9094970"/>
                  <a:ext cx="428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8" name="インク 167">
                  <a:extLst>
                    <a:ext uri="{FF2B5EF4-FFF2-40B4-BE49-F238E27FC236}">
                      <a16:creationId xmlns:a16="http://schemas.microsoft.com/office/drawing/2014/main" id="{B12FB7B6-85B4-043D-9BE2-18D76D92C59E}"/>
                    </a:ext>
                  </a:extLst>
                </p14:cNvPr>
                <p14:cNvContentPartPr/>
                <p14:nvPr/>
              </p14:nvContentPartPr>
              <p14:xfrm>
                <a:off x="2399980" y="8857370"/>
                <a:ext cx="120240" cy="168840"/>
              </p14:xfrm>
            </p:contentPart>
          </mc:Choice>
          <mc:Fallback xmlns="">
            <p:pic>
              <p:nvPicPr>
                <p:cNvPr id="168" name="インク 167">
                  <a:extLst>
                    <a:ext uri="{FF2B5EF4-FFF2-40B4-BE49-F238E27FC236}">
                      <a16:creationId xmlns:a16="http://schemas.microsoft.com/office/drawing/2014/main" id="{B12FB7B6-85B4-043D-9BE2-18D76D92C5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95660" y="8853050"/>
                  <a:ext cx="1288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69" name="インク 168">
                  <a:extLst>
                    <a:ext uri="{FF2B5EF4-FFF2-40B4-BE49-F238E27FC236}">
                      <a16:creationId xmlns:a16="http://schemas.microsoft.com/office/drawing/2014/main" id="{42BB4F88-FE04-90FC-BF10-319EA5764AE6}"/>
                    </a:ext>
                  </a:extLst>
                </p14:cNvPr>
                <p14:cNvContentPartPr/>
                <p14:nvPr/>
              </p14:nvContentPartPr>
              <p14:xfrm>
                <a:off x="2449300" y="8902370"/>
                <a:ext cx="105120" cy="114840"/>
              </p14:xfrm>
            </p:contentPart>
          </mc:Choice>
          <mc:Fallback xmlns="">
            <p:pic>
              <p:nvPicPr>
                <p:cNvPr id="169" name="インク 168">
                  <a:extLst>
                    <a:ext uri="{FF2B5EF4-FFF2-40B4-BE49-F238E27FC236}">
                      <a16:creationId xmlns:a16="http://schemas.microsoft.com/office/drawing/2014/main" id="{42BB4F88-FE04-90FC-BF10-319EA5764AE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44980" y="8898050"/>
                  <a:ext cx="113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70" name="インク 169">
                  <a:extLst>
                    <a:ext uri="{FF2B5EF4-FFF2-40B4-BE49-F238E27FC236}">
                      <a16:creationId xmlns:a16="http://schemas.microsoft.com/office/drawing/2014/main" id="{B90CBBE1-89AF-87EF-FDBC-2C606B719319}"/>
                    </a:ext>
                  </a:extLst>
                </p14:cNvPr>
                <p14:cNvContentPartPr/>
                <p14:nvPr/>
              </p14:nvContentPartPr>
              <p14:xfrm>
                <a:off x="2596900" y="8898050"/>
                <a:ext cx="61560" cy="49320"/>
              </p14:xfrm>
            </p:contentPart>
          </mc:Choice>
          <mc:Fallback xmlns="">
            <p:pic>
              <p:nvPicPr>
                <p:cNvPr id="170" name="インク 169">
                  <a:extLst>
                    <a:ext uri="{FF2B5EF4-FFF2-40B4-BE49-F238E27FC236}">
                      <a16:creationId xmlns:a16="http://schemas.microsoft.com/office/drawing/2014/main" id="{B90CBBE1-89AF-87EF-FDBC-2C606B7193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92580" y="8893730"/>
                  <a:ext cx="70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71" name="インク 170">
                  <a:extLst>
                    <a:ext uri="{FF2B5EF4-FFF2-40B4-BE49-F238E27FC236}">
                      <a16:creationId xmlns:a16="http://schemas.microsoft.com/office/drawing/2014/main" id="{B7B3E09B-993C-ACA5-38A3-4BEB1674E4D0}"/>
                    </a:ext>
                  </a:extLst>
                </p14:cNvPr>
                <p14:cNvContentPartPr/>
                <p14:nvPr/>
              </p14:nvContentPartPr>
              <p14:xfrm>
                <a:off x="2622460" y="8889770"/>
                <a:ext cx="11520" cy="72720"/>
              </p14:xfrm>
            </p:contentPart>
          </mc:Choice>
          <mc:Fallback xmlns="">
            <p:pic>
              <p:nvPicPr>
                <p:cNvPr id="171" name="インク 170">
                  <a:extLst>
                    <a:ext uri="{FF2B5EF4-FFF2-40B4-BE49-F238E27FC236}">
                      <a16:creationId xmlns:a16="http://schemas.microsoft.com/office/drawing/2014/main" id="{B7B3E09B-993C-ACA5-38A3-4BEB1674E4D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18140" y="8885450"/>
                  <a:ext cx="201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72" name="インク 171">
                  <a:extLst>
                    <a:ext uri="{FF2B5EF4-FFF2-40B4-BE49-F238E27FC236}">
                      <a16:creationId xmlns:a16="http://schemas.microsoft.com/office/drawing/2014/main" id="{B9F1BD2C-2FFF-D624-7F1A-A61C4491B2CA}"/>
                    </a:ext>
                  </a:extLst>
                </p14:cNvPr>
                <p14:cNvContentPartPr/>
                <p14:nvPr/>
              </p14:nvContentPartPr>
              <p14:xfrm>
                <a:off x="2660260" y="8869610"/>
                <a:ext cx="83160" cy="129240"/>
              </p14:xfrm>
            </p:contentPart>
          </mc:Choice>
          <mc:Fallback xmlns="">
            <p:pic>
              <p:nvPicPr>
                <p:cNvPr id="172" name="インク 171">
                  <a:extLst>
                    <a:ext uri="{FF2B5EF4-FFF2-40B4-BE49-F238E27FC236}">
                      <a16:creationId xmlns:a16="http://schemas.microsoft.com/office/drawing/2014/main" id="{B9F1BD2C-2FFF-D624-7F1A-A61C4491B2C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655940" y="8865290"/>
                  <a:ext cx="918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3" name="インク 172">
                  <a:extLst>
                    <a:ext uri="{FF2B5EF4-FFF2-40B4-BE49-F238E27FC236}">
                      <a16:creationId xmlns:a16="http://schemas.microsoft.com/office/drawing/2014/main" id="{178E14F1-B353-D370-38BD-3F0165723010}"/>
                    </a:ext>
                  </a:extLst>
                </p14:cNvPr>
                <p14:cNvContentPartPr/>
                <p14:nvPr/>
              </p14:nvContentPartPr>
              <p14:xfrm>
                <a:off x="2730100" y="8891930"/>
                <a:ext cx="95760" cy="83880"/>
              </p14:xfrm>
            </p:contentPart>
          </mc:Choice>
          <mc:Fallback xmlns="">
            <p:pic>
              <p:nvPicPr>
                <p:cNvPr id="173" name="インク 172">
                  <a:extLst>
                    <a:ext uri="{FF2B5EF4-FFF2-40B4-BE49-F238E27FC236}">
                      <a16:creationId xmlns:a16="http://schemas.microsoft.com/office/drawing/2014/main" id="{178E14F1-B353-D370-38BD-3F016572301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25780" y="8887610"/>
                  <a:ext cx="104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FA01E915-CFB9-DFD1-069A-F4A825152B09}"/>
                    </a:ext>
                  </a:extLst>
                </p14:cNvPr>
                <p14:cNvContentPartPr/>
                <p14:nvPr/>
              </p14:nvContentPartPr>
              <p14:xfrm>
                <a:off x="2730100" y="8870330"/>
                <a:ext cx="145800" cy="684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FA01E915-CFB9-DFD1-069A-F4A825152B0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25780" y="8866010"/>
                  <a:ext cx="15444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グループ化 212">
            <a:extLst>
              <a:ext uri="{FF2B5EF4-FFF2-40B4-BE49-F238E27FC236}">
                <a16:creationId xmlns:a16="http://schemas.microsoft.com/office/drawing/2014/main" id="{A4D311A4-B340-CA22-7417-9D5EC6FB2D88}"/>
              </a:ext>
            </a:extLst>
          </p:cNvPr>
          <p:cNvGrpSpPr/>
          <p:nvPr/>
        </p:nvGrpSpPr>
        <p:grpSpPr>
          <a:xfrm>
            <a:off x="5123100" y="9324181"/>
            <a:ext cx="1246680" cy="648360"/>
            <a:chOff x="5219500" y="9040490"/>
            <a:chExt cx="1246680" cy="64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01" name="インク 200">
                  <a:extLst>
                    <a:ext uri="{FF2B5EF4-FFF2-40B4-BE49-F238E27FC236}">
                      <a16:creationId xmlns:a16="http://schemas.microsoft.com/office/drawing/2014/main" id="{7A8908D9-12D0-B0B6-510D-F50057040EBB}"/>
                    </a:ext>
                  </a:extLst>
                </p14:cNvPr>
                <p14:cNvContentPartPr/>
                <p14:nvPr/>
              </p14:nvContentPartPr>
              <p14:xfrm>
                <a:off x="5219500" y="9340730"/>
                <a:ext cx="1246680" cy="69840"/>
              </p14:xfrm>
            </p:contentPart>
          </mc:Choice>
          <mc:Fallback xmlns="">
            <p:pic>
              <p:nvPicPr>
                <p:cNvPr id="201" name="インク 200">
                  <a:extLst>
                    <a:ext uri="{FF2B5EF4-FFF2-40B4-BE49-F238E27FC236}">
                      <a16:creationId xmlns:a16="http://schemas.microsoft.com/office/drawing/2014/main" id="{7A8908D9-12D0-B0B6-510D-F50057040EB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5180" y="9336410"/>
                  <a:ext cx="12553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2" name="インク 201">
                  <a:extLst>
                    <a:ext uri="{FF2B5EF4-FFF2-40B4-BE49-F238E27FC236}">
                      <a16:creationId xmlns:a16="http://schemas.microsoft.com/office/drawing/2014/main" id="{C129B1C9-BAA9-5272-8854-E6FBA221B9B8}"/>
                    </a:ext>
                  </a:extLst>
                </p14:cNvPr>
                <p14:cNvContentPartPr/>
                <p14:nvPr/>
              </p14:nvContentPartPr>
              <p14:xfrm>
                <a:off x="5610820" y="9429290"/>
                <a:ext cx="367920" cy="114120"/>
              </p14:xfrm>
            </p:contentPart>
          </mc:Choice>
          <mc:Fallback xmlns="">
            <p:pic>
              <p:nvPicPr>
                <p:cNvPr id="202" name="インク 201">
                  <a:extLst>
                    <a:ext uri="{FF2B5EF4-FFF2-40B4-BE49-F238E27FC236}">
                      <a16:creationId xmlns:a16="http://schemas.microsoft.com/office/drawing/2014/main" id="{C129B1C9-BAA9-5272-8854-E6FBA221B9B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06500" y="9424970"/>
                  <a:ext cx="376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04" name="インク 203">
                  <a:extLst>
                    <a:ext uri="{FF2B5EF4-FFF2-40B4-BE49-F238E27FC236}">
                      <a16:creationId xmlns:a16="http://schemas.microsoft.com/office/drawing/2014/main" id="{FFEBC6CE-19AE-6456-FFB5-BA3F375CCDB7}"/>
                    </a:ext>
                  </a:extLst>
                </p14:cNvPr>
                <p14:cNvContentPartPr/>
                <p14:nvPr/>
              </p14:nvContentPartPr>
              <p14:xfrm>
                <a:off x="5790820" y="9429290"/>
                <a:ext cx="38880" cy="259560"/>
              </p14:xfrm>
            </p:contentPart>
          </mc:Choice>
          <mc:Fallback xmlns="">
            <p:pic>
              <p:nvPicPr>
                <p:cNvPr id="204" name="インク 203">
                  <a:extLst>
                    <a:ext uri="{FF2B5EF4-FFF2-40B4-BE49-F238E27FC236}">
                      <a16:creationId xmlns:a16="http://schemas.microsoft.com/office/drawing/2014/main" id="{FFEBC6CE-19AE-6456-FFB5-BA3F375CCDB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86500" y="9424970"/>
                  <a:ext cx="475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06" name="インク 205">
                  <a:extLst>
                    <a:ext uri="{FF2B5EF4-FFF2-40B4-BE49-F238E27FC236}">
                      <a16:creationId xmlns:a16="http://schemas.microsoft.com/office/drawing/2014/main" id="{48EE896A-809E-8853-4020-4DADE64FB645}"/>
                    </a:ext>
                  </a:extLst>
                </p14:cNvPr>
                <p14:cNvContentPartPr/>
                <p14:nvPr/>
              </p14:nvContentPartPr>
              <p14:xfrm>
                <a:off x="5321020" y="9115730"/>
                <a:ext cx="181800" cy="207360"/>
              </p14:xfrm>
            </p:contentPart>
          </mc:Choice>
          <mc:Fallback xmlns="">
            <p:pic>
              <p:nvPicPr>
                <p:cNvPr id="206" name="インク 205">
                  <a:extLst>
                    <a:ext uri="{FF2B5EF4-FFF2-40B4-BE49-F238E27FC236}">
                      <a16:creationId xmlns:a16="http://schemas.microsoft.com/office/drawing/2014/main" id="{48EE896A-809E-8853-4020-4DADE64FB64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16700" y="9111410"/>
                  <a:ext cx="190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07" name="インク 206">
                  <a:extLst>
                    <a:ext uri="{FF2B5EF4-FFF2-40B4-BE49-F238E27FC236}">
                      <a16:creationId xmlns:a16="http://schemas.microsoft.com/office/drawing/2014/main" id="{E0473D80-E384-1E0A-1313-F54DF6545667}"/>
                    </a:ext>
                  </a:extLst>
                </p14:cNvPr>
                <p14:cNvContentPartPr/>
                <p14:nvPr/>
              </p14:nvContentPartPr>
              <p14:xfrm>
                <a:off x="5422540" y="9181970"/>
                <a:ext cx="111960" cy="117000"/>
              </p14:xfrm>
            </p:contentPart>
          </mc:Choice>
          <mc:Fallback xmlns="">
            <p:pic>
              <p:nvPicPr>
                <p:cNvPr id="207" name="インク 206">
                  <a:extLst>
                    <a:ext uri="{FF2B5EF4-FFF2-40B4-BE49-F238E27FC236}">
                      <a16:creationId xmlns:a16="http://schemas.microsoft.com/office/drawing/2014/main" id="{E0473D80-E384-1E0A-1313-F54DF654566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18220" y="9177650"/>
                  <a:ext cx="120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08" name="インク 207">
                  <a:extLst>
                    <a:ext uri="{FF2B5EF4-FFF2-40B4-BE49-F238E27FC236}">
                      <a16:creationId xmlns:a16="http://schemas.microsoft.com/office/drawing/2014/main" id="{24BFE37F-BCE3-B1E5-1BE1-AC3EC27B814B}"/>
                    </a:ext>
                  </a:extLst>
                </p14:cNvPr>
                <p14:cNvContentPartPr/>
                <p14:nvPr/>
              </p14:nvContentPartPr>
              <p14:xfrm>
                <a:off x="5645020" y="9238490"/>
                <a:ext cx="95040" cy="19800"/>
              </p14:xfrm>
            </p:contentPart>
          </mc:Choice>
          <mc:Fallback xmlns="">
            <p:pic>
              <p:nvPicPr>
                <p:cNvPr id="208" name="インク 207">
                  <a:extLst>
                    <a:ext uri="{FF2B5EF4-FFF2-40B4-BE49-F238E27FC236}">
                      <a16:creationId xmlns:a16="http://schemas.microsoft.com/office/drawing/2014/main" id="{24BFE37F-BCE3-B1E5-1BE1-AC3EC27B814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40700" y="9234170"/>
                  <a:ext cx="1036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09" name="インク 208">
                  <a:extLst>
                    <a:ext uri="{FF2B5EF4-FFF2-40B4-BE49-F238E27FC236}">
                      <a16:creationId xmlns:a16="http://schemas.microsoft.com/office/drawing/2014/main" id="{F9E68273-7551-F357-AB1A-F058C80E5F7C}"/>
                    </a:ext>
                  </a:extLst>
                </p14:cNvPr>
                <p14:cNvContentPartPr/>
                <p14:nvPr/>
              </p14:nvContentPartPr>
              <p14:xfrm>
                <a:off x="5845540" y="9040490"/>
                <a:ext cx="526680" cy="275400"/>
              </p14:xfrm>
            </p:contentPart>
          </mc:Choice>
          <mc:Fallback xmlns="">
            <p:pic>
              <p:nvPicPr>
                <p:cNvPr id="209" name="インク 208">
                  <a:extLst>
                    <a:ext uri="{FF2B5EF4-FFF2-40B4-BE49-F238E27FC236}">
                      <a16:creationId xmlns:a16="http://schemas.microsoft.com/office/drawing/2014/main" id="{F9E68273-7551-F357-AB1A-F058C80E5F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41220" y="9036170"/>
                  <a:ext cx="5353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10" name="インク 209">
                  <a:extLst>
                    <a:ext uri="{FF2B5EF4-FFF2-40B4-BE49-F238E27FC236}">
                      <a16:creationId xmlns:a16="http://schemas.microsoft.com/office/drawing/2014/main" id="{0E57A04C-0504-03D4-9166-F7606D503D36}"/>
                    </a:ext>
                  </a:extLst>
                </p14:cNvPr>
                <p14:cNvContentPartPr/>
                <p14:nvPr/>
              </p14:nvContentPartPr>
              <p14:xfrm>
                <a:off x="6145780" y="9099530"/>
                <a:ext cx="104400" cy="176040"/>
              </p14:xfrm>
            </p:contentPart>
          </mc:Choice>
          <mc:Fallback xmlns="">
            <p:pic>
              <p:nvPicPr>
                <p:cNvPr id="210" name="インク 209">
                  <a:extLst>
                    <a:ext uri="{FF2B5EF4-FFF2-40B4-BE49-F238E27FC236}">
                      <a16:creationId xmlns:a16="http://schemas.microsoft.com/office/drawing/2014/main" id="{0E57A04C-0504-03D4-9166-F7606D503D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41460" y="9095210"/>
                  <a:ext cx="1130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12" name="インク 211">
                  <a:extLst>
                    <a:ext uri="{FF2B5EF4-FFF2-40B4-BE49-F238E27FC236}">
                      <a16:creationId xmlns:a16="http://schemas.microsoft.com/office/drawing/2014/main" id="{4E94E18A-3E96-8CD2-3B94-0D9289A27D05}"/>
                    </a:ext>
                  </a:extLst>
                </p14:cNvPr>
                <p14:cNvContentPartPr/>
                <p14:nvPr/>
              </p14:nvContentPartPr>
              <p14:xfrm>
                <a:off x="5682820" y="9181730"/>
                <a:ext cx="18000" cy="174960"/>
              </p14:xfrm>
            </p:contentPart>
          </mc:Choice>
          <mc:Fallback xmlns="">
            <p:pic>
              <p:nvPicPr>
                <p:cNvPr id="212" name="インク 211">
                  <a:extLst>
                    <a:ext uri="{FF2B5EF4-FFF2-40B4-BE49-F238E27FC236}">
                      <a16:creationId xmlns:a16="http://schemas.microsoft.com/office/drawing/2014/main" id="{4E94E18A-3E96-8CD2-3B94-0D9289A27D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78500" y="9177410"/>
                  <a:ext cx="2664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27" name="インク 226">
                <a:extLst>
                  <a:ext uri="{FF2B5EF4-FFF2-40B4-BE49-F238E27FC236}">
                    <a16:creationId xmlns:a16="http://schemas.microsoft.com/office/drawing/2014/main" id="{4B288BCF-9D8E-F976-8D5F-FA466659F0D2}"/>
                  </a:ext>
                </a:extLst>
              </p14:cNvPr>
              <p14:cNvContentPartPr/>
              <p14:nvPr/>
            </p14:nvContentPartPr>
            <p14:xfrm>
              <a:off x="2762140" y="10057610"/>
              <a:ext cx="729720" cy="64440"/>
            </p14:xfrm>
          </p:contentPart>
        </mc:Choice>
        <mc:Fallback xmlns="">
          <p:pic>
            <p:nvPicPr>
              <p:cNvPr id="227" name="インク 226">
                <a:extLst>
                  <a:ext uri="{FF2B5EF4-FFF2-40B4-BE49-F238E27FC236}">
                    <a16:creationId xmlns:a16="http://schemas.microsoft.com/office/drawing/2014/main" id="{4B288BCF-9D8E-F976-8D5F-FA466659F0D2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757820" y="10053290"/>
                <a:ext cx="7383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32" name="インク 231">
                <a:extLst>
                  <a:ext uri="{FF2B5EF4-FFF2-40B4-BE49-F238E27FC236}">
                    <a16:creationId xmlns:a16="http://schemas.microsoft.com/office/drawing/2014/main" id="{B7027CE5-F553-7880-DF45-7163719C2250}"/>
                  </a:ext>
                </a:extLst>
              </p14:cNvPr>
              <p14:cNvContentPartPr/>
              <p14:nvPr/>
            </p14:nvContentPartPr>
            <p14:xfrm>
              <a:off x="2988940" y="10147250"/>
              <a:ext cx="318960" cy="133560"/>
            </p14:xfrm>
          </p:contentPart>
        </mc:Choice>
        <mc:Fallback xmlns="">
          <p:pic>
            <p:nvPicPr>
              <p:cNvPr id="232" name="インク 231">
                <a:extLst>
                  <a:ext uri="{FF2B5EF4-FFF2-40B4-BE49-F238E27FC236}">
                    <a16:creationId xmlns:a16="http://schemas.microsoft.com/office/drawing/2014/main" id="{B7027CE5-F553-7880-DF45-7163719C225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84620" y="10142930"/>
                <a:ext cx="3276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33" name="インク 232">
                <a:extLst>
                  <a:ext uri="{FF2B5EF4-FFF2-40B4-BE49-F238E27FC236}">
                    <a16:creationId xmlns:a16="http://schemas.microsoft.com/office/drawing/2014/main" id="{731DDB5D-7685-B9E9-D8EF-05C256E91B9D}"/>
                  </a:ext>
                </a:extLst>
              </p14:cNvPr>
              <p14:cNvContentPartPr/>
              <p14:nvPr/>
            </p14:nvContentPartPr>
            <p14:xfrm>
              <a:off x="3123940" y="10165970"/>
              <a:ext cx="26640" cy="280080"/>
            </p14:xfrm>
          </p:contentPart>
        </mc:Choice>
        <mc:Fallback xmlns="">
          <p:pic>
            <p:nvPicPr>
              <p:cNvPr id="233" name="インク 232">
                <a:extLst>
                  <a:ext uri="{FF2B5EF4-FFF2-40B4-BE49-F238E27FC236}">
                    <a16:creationId xmlns:a16="http://schemas.microsoft.com/office/drawing/2014/main" id="{731DDB5D-7685-B9E9-D8EF-05C256E91B9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119620" y="10161650"/>
                <a:ext cx="35280" cy="28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3" name="グループ化 242">
            <a:extLst>
              <a:ext uri="{FF2B5EF4-FFF2-40B4-BE49-F238E27FC236}">
                <a16:creationId xmlns:a16="http://schemas.microsoft.com/office/drawing/2014/main" id="{855B5F02-D79C-4B5D-9904-845B1545A3C1}"/>
              </a:ext>
            </a:extLst>
          </p:cNvPr>
          <p:cNvGrpSpPr/>
          <p:nvPr/>
        </p:nvGrpSpPr>
        <p:grpSpPr>
          <a:xfrm>
            <a:off x="2768260" y="9750530"/>
            <a:ext cx="772200" cy="288360"/>
            <a:chOff x="2768260" y="9750530"/>
            <a:chExt cx="772200" cy="28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38" name="インク 237">
                  <a:extLst>
                    <a:ext uri="{FF2B5EF4-FFF2-40B4-BE49-F238E27FC236}">
                      <a16:creationId xmlns:a16="http://schemas.microsoft.com/office/drawing/2014/main" id="{28A7473A-3662-8A56-7933-14BEE3ED55A3}"/>
                    </a:ext>
                  </a:extLst>
                </p14:cNvPr>
                <p14:cNvContentPartPr/>
                <p14:nvPr/>
              </p14:nvContentPartPr>
              <p14:xfrm>
                <a:off x="2768260" y="9790850"/>
                <a:ext cx="232560" cy="248040"/>
              </p14:xfrm>
            </p:contentPart>
          </mc:Choice>
          <mc:Fallback xmlns="">
            <p:pic>
              <p:nvPicPr>
                <p:cNvPr id="238" name="インク 237">
                  <a:extLst>
                    <a:ext uri="{FF2B5EF4-FFF2-40B4-BE49-F238E27FC236}">
                      <a16:creationId xmlns:a16="http://schemas.microsoft.com/office/drawing/2014/main" id="{28A7473A-3662-8A56-7933-14BEE3ED55A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63940" y="9786530"/>
                  <a:ext cx="241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39" name="インク 238">
                  <a:extLst>
                    <a:ext uri="{FF2B5EF4-FFF2-40B4-BE49-F238E27FC236}">
                      <a16:creationId xmlns:a16="http://schemas.microsoft.com/office/drawing/2014/main" id="{289716C3-F917-7A06-A0E5-9AEE3FBE19FA}"/>
                    </a:ext>
                  </a:extLst>
                </p14:cNvPr>
                <p14:cNvContentPartPr/>
                <p14:nvPr/>
              </p14:nvContentPartPr>
              <p14:xfrm>
                <a:off x="2920540" y="9856010"/>
                <a:ext cx="154800" cy="140040"/>
              </p14:xfrm>
            </p:contentPart>
          </mc:Choice>
          <mc:Fallback xmlns="">
            <p:pic>
              <p:nvPicPr>
                <p:cNvPr id="239" name="インク 238">
                  <a:extLst>
                    <a:ext uri="{FF2B5EF4-FFF2-40B4-BE49-F238E27FC236}">
                      <a16:creationId xmlns:a16="http://schemas.microsoft.com/office/drawing/2014/main" id="{289716C3-F917-7A06-A0E5-9AEE3FBE19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916220" y="9851690"/>
                  <a:ext cx="163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40" name="インク 239">
                  <a:extLst>
                    <a:ext uri="{FF2B5EF4-FFF2-40B4-BE49-F238E27FC236}">
                      <a16:creationId xmlns:a16="http://schemas.microsoft.com/office/drawing/2014/main" id="{739C41C1-2B19-F5DD-0C30-6C41399904C2}"/>
                    </a:ext>
                  </a:extLst>
                </p14:cNvPr>
                <p14:cNvContentPartPr/>
                <p14:nvPr/>
              </p14:nvContentPartPr>
              <p14:xfrm>
                <a:off x="3174700" y="9937010"/>
                <a:ext cx="89280" cy="6840"/>
              </p14:xfrm>
            </p:contentPart>
          </mc:Choice>
          <mc:Fallback xmlns="">
            <p:pic>
              <p:nvPicPr>
                <p:cNvPr id="240" name="インク 239">
                  <a:extLst>
                    <a:ext uri="{FF2B5EF4-FFF2-40B4-BE49-F238E27FC236}">
                      <a16:creationId xmlns:a16="http://schemas.microsoft.com/office/drawing/2014/main" id="{739C41C1-2B19-F5DD-0C30-6C41399904C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70380" y="9932690"/>
                  <a:ext cx="979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41" name="インク 240">
                  <a:extLst>
                    <a:ext uri="{FF2B5EF4-FFF2-40B4-BE49-F238E27FC236}">
                      <a16:creationId xmlns:a16="http://schemas.microsoft.com/office/drawing/2014/main" id="{5D36E551-F799-CF39-F15F-0474E4FA28C1}"/>
                    </a:ext>
                  </a:extLst>
                </p14:cNvPr>
                <p14:cNvContentPartPr/>
                <p14:nvPr/>
              </p14:nvContentPartPr>
              <p14:xfrm>
                <a:off x="3287380" y="9750530"/>
                <a:ext cx="253080" cy="271080"/>
              </p14:xfrm>
            </p:contentPart>
          </mc:Choice>
          <mc:Fallback xmlns="">
            <p:pic>
              <p:nvPicPr>
                <p:cNvPr id="241" name="インク 240">
                  <a:extLst>
                    <a:ext uri="{FF2B5EF4-FFF2-40B4-BE49-F238E27FC236}">
                      <a16:creationId xmlns:a16="http://schemas.microsoft.com/office/drawing/2014/main" id="{5D36E551-F799-CF39-F15F-0474E4FA28C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83060" y="9746210"/>
                  <a:ext cx="261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42" name="インク 241">
                  <a:extLst>
                    <a:ext uri="{FF2B5EF4-FFF2-40B4-BE49-F238E27FC236}">
                      <a16:creationId xmlns:a16="http://schemas.microsoft.com/office/drawing/2014/main" id="{1116EE97-9675-FC20-A9F6-1372FA0514E4}"/>
                    </a:ext>
                  </a:extLst>
                </p14:cNvPr>
                <p14:cNvContentPartPr/>
                <p14:nvPr/>
              </p14:nvContentPartPr>
              <p14:xfrm>
                <a:off x="3414820" y="9823250"/>
                <a:ext cx="102240" cy="197280"/>
              </p14:xfrm>
            </p:contentPart>
          </mc:Choice>
          <mc:Fallback xmlns="">
            <p:pic>
              <p:nvPicPr>
                <p:cNvPr id="242" name="インク 241">
                  <a:extLst>
                    <a:ext uri="{FF2B5EF4-FFF2-40B4-BE49-F238E27FC236}">
                      <a16:creationId xmlns:a16="http://schemas.microsoft.com/office/drawing/2014/main" id="{1116EE97-9675-FC20-A9F6-1372FA0514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10500" y="9818930"/>
                  <a:ext cx="11088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C7B3CDF-F846-8FAC-88CC-1A9A0DDDD6A9}"/>
              </a:ext>
            </a:extLst>
          </p:cNvPr>
          <p:cNvGrpSpPr/>
          <p:nvPr/>
        </p:nvGrpSpPr>
        <p:grpSpPr>
          <a:xfrm>
            <a:off x="1089300" y="7916700"/>
            <a:ext cx="1242360" cy="564480"/>
            <a:chOff x="1089300" y="7916700"/>
            <a:chExt cx="124236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" name="インク 1">
                  <a:extLst>
                    <a:ext uri="{FF2B5EF4-FFF2-40B4-BE49-F238E27FC236}">
                      <a16:creationId xmlns:a16="http://schemas.microsoft.com/office/drawing/2014/main" id="{557932B3-5076-0597-206E-A03D6E0439B6}"/>
                    </a:ext>
                  </a:extLst>
                </p14:cNvPr>
                <p14:cNvContentPartPr/>
                <p14:nvPr/>
              </p14:nvContentPartPr>
              <p14:xfrm>
                <a:off x="1089300" y="8311980"/>
                <a:ext cx="195480" cy="169200"/>
              </p14:xfrm>
            </p:contentPart>
          </mc:Choice>
          <mc:Fallback xmlns="">
            <p:pic>
              <p:nvPicPr>
                <p:cNvPr id="2" name="インク 1">
                  <a:extLst>
                    <a:ext uri="{FF2B5EF4-FFF2-40B4-BE49-F238E27FC236}">
                      <a16:creationId xmlns:a16="http://schemas.microsoft.com/office/drawing/2014/main" id="{557932B3-5076-0597-206E-A03D6E0439B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4980" y="8307660"/>
                  <a:ext cx="2041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" name="インク 5">
                  <a:extLst>
                    <a:ext uri="{FF2B5EF4-FFF2-40B4-BE49-F238E27FC236}">
                      <a16:creationId xmlns:a16="http://schemas.microsoft.com/office/drawing/2014/main" id="{60C94934-C0BB-CD09-DABC-DF3213B1A688}"/>
                    </a:ext>
                  </a:extLst>
                </p14:cNvPr>
                <p14:cNvContentPartPr/>
                <p14:nvPr/>
              </p14:nvContentPartPr>
              <p14:xfrm>
                <a:off x="1257060" y="8236740"/>
                <a:ext cx="111600" cy="209160"/>
              </p14:xfrm>
            </p:contentPart>
          </mc:Choice>
          <mc:Fallback xmlns="">
            <p:pic>
              <p:nvPicPr>
                <p:cNvPr id="6" name="インク 5">
                  <a:extLst>
                    <a:ext uri="{FF2B5EF4-FFF2-40B4-BE49-F238E27FC236}">
                      <a16:creationId xmlns:a16="http://schemas.microsoft.com/office/drawing/2014/main" id="{60C94934-C0BB-CD09-DABC-DF3213B1A68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52740" y="8232420"/>
                  <a:ext cx="1202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" name="インク 7">
                  <a:extLst>
                    <a:ext uri="{FF2B5EF4-FFF2-40B4-BE49-F238E27FC236}">
                      <a16:creationId xmlns:a16="http://schemas.microsoft.com/office/drawing/2014/main" id="{C5F47197-E578-299D-EA80-2C71957906BC}"/>
                    </a:ext>
                  </a:extLst>
                </p14:cNvPr>
                <p14:cNvContentPartPr/>
                <p14:nvPr/>
              </p14:nvContentPartPr>
              <p14:xfrm>
                <a:off x="1500780" y="8142780"/>
                <a:ext cx="355680" cy="71640"/>
              </p14:xfrm>
            </p:contentPart>
          </mc:Choice>
          <mc:Fallback xmlns="">
            <p:pic>
              <p:nvPicPr>
                <p:cNvPr id="8" name="インク 7">
                  <a:extLst>
                    <a:ext uri="{FF2B5EF4-FFF2-40B4-BE49-F238E27FC236}">
                      <a16:creationId xmlns:a16="http://schemas.microsoft.com/office/drawing/2014/main" id="{C5F47197-E578-299D-EA80-2C71957906B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496460" y="8138460"/>
                  <a:ext cx="364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88717742-DFD3-BE80-DD6E-C9132E5BA726}"/>
                    </a:ext>
                  </a:extLst>
                </p14:cNvPr>
                <p14:cNvContentPartPr/>
                <p14:nvPr/>
              </p14:nvContentPartPr>
              <p14:xfrm>
                <a:off x="1683660" y="8229180"/>
                <a:ext cx="8280" cy="15228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88717742-DFD3-BE80-DD6E-C9132E5BA72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679340" y="8224860"/>
                  <a:ext cx="169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00B89EF8-440D-2B5C-897E-2C4996AA2766}"/>
                    </a:ext>
                  </a:extLst>
                </p14:cNvPr>
                <p14:cNvContentPartPr/>
                <p14:nvPr/>
              </p14:nvContentPartPr>
              <p14:xfrm>
                <a:off x="1782660" y="8198220"/>
                <a:ext cx="211680" cy="17028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00B89EF8-440D-2B5C-897E-2C4996AA276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78340" y="8193900"/>
                  <a:ext cx="220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" name="インク 13">
                  <a:extLst>
                    <a:ext uri="{FF2B5EF4-FFF2-40B4-BE49-F238E27FC236}">
                      <a16:creationId xmlns:a16="http://schemas.microsoft.com/office/drawing/2014/main" id="{13DD2F33-9C8D-AD99-A0EC-91CA097FC5D9}"/>
                    </a:ext>
                  </a:extLst>
                </p14:cNvPr>
                <p14:cNvContentPartPr/>
                <p14:nvPr/>
              </p14:nvContentPartPr>
              <p14:xfrm>
                <a:off x="1691220" y="7916700"/>
                <a:ext cx="151200" cy="234720"/>
              </p14:xfrm>
            </p:contentPart>
          </mc:Choice>
          <mc:Fallback xmlns="">
            <p:pic>
              <p:nvPicPr>
                <p:cNvPr id="14" name="インク 13">
                  <a:extLst>
                    <a:ext uri="{FF2B5EF4-FFF2-40B4-BE49-F238E27FC236}">
                      <a16:creationId xmlns:a16="http://schemas.microsoft.com/office/drawing/2014/main" id="{13DD2F33-9C8D-AD99-A0EC-91CA097FC5D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86900" y="7912380"/>
                  <a:ext cx="1598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" name="インク 16">
                  <a:extLst>
                    <a:ext uri="{FF2B5EF4-FFF2-40B4-BE49-F238E27FC236}">
                      <a16:creationId xmlns:a16="http://schemas.microsoft.com/office/drawing/2014/main" id="{8B6D26E5-283B-FA0C-24BF-F2B134A82850}"/>
                    </a:ext>
                  </a:extLst>
                </p14:cNvPr>
                <p14:cNvContentPartPr/>
                <p14:nvPr/>
              </p14:nvContentPartPr>
              <p14:xfrm>
                <a:off x="1721820" y="7916700"/>
                <a:ext cx="132840" cy="14040"/>
              </p14:xfrm>
            </p:contentPart>
          </mc:Choice>
          <mc:Fallback xmlns=""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8B6D26E5-283B-FA0C-24BF-F2B134A828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17500" y="7912380"/>
                  <a:ext cx="1414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3" name="インク 22">
                  <a:extLst>
                    <a:ext uri="{FF2B5EF4-FFF2-40B4-BE49-F238E27FC236}">
                      <a16:creationId xmlns:a16="http://schemas.microsoft.com/office/drawing/2014/main" id="{09FB0B2C-F07C-4826-79D9-3A724E7C4EB9}"/>
                    </a:ext>
                  </a:extLst>
                </p14:cNvPr>
                <p14:cNvContentPartPr/>
                <p14:nvPr/>
              </p14:nvContentPartPr>
              <p14:xfrm>
                <a:off x="2011620" y="7996260"/>
                <a:ext cx="177840" cy="65880"/>
              </p14:xfrm>
            </p:contentPart>
          </mc:Choice>
          <mc:Fallback xmlns="">
            <p:pic>
              <p:nvPicPr>
                <p:cNvPr id="23" name="インク 22">
                  <a:extLst>
                    <a:ext uri="{FF2B5EF4-FFF2-40B4-BE49-F238E27FC236}">
                      <a16:creationId xmlns:a16="http://schemas.microsoft.com/office/drawing/2014/main" id="{09FB0B2C-F07C-4826-79D9-3A724E7C4E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07300" y="7991940"/>
                  <a:ext cx="1864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1F6167BB-230D-3390-EA19-F42E29D13332}"/>
                    </a:ext>
                  </a:extLst>
                </p14:cNvPr>
                <p14:cNvContentPartPr/>
                <p14:nvPr/>
              </p14:nvContentPartPr>
              <p14:xfrm>
                <a:off x="2031060" y="8053860"/>
                <a:ext cx="39240" cy="15120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1F6167BB-230D-3390-EA19-F42E29D1333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26740" y="8049540"/>
                  <a:ext cx="478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9C42FB47-C19B-9828-FCF0-E0BEC3975373}"/>
                    </a:ext>
                  </a:extLst>
                </p14:cNvPr>
                <p14:cNvContentPartPr/>
                <p14:nvPr/>
              </p14:nvContentPartPr>
              <p14:xfrm>
                <a:off x="2149140" y="8053860"/>
                <a:ext cx="182520" cy="15588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9C42FB47-C19B-9828-FCF0-E0BEC39753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44820" y="8049540"/>
                  <a:ext cx="191160" cy="164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41348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31"/>
          <p:cNvSpPr txBox="1"/>
          <p:nvPr/>
        </p:nvSpPr>
        <p:spPr>
          <a:xfrm>
            <a:off x="672782" y="444246"/>
            <a:ext cx="311785" cy="20447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１２</a:t>
            </a:r>
            <a:endParaRPr sz="1200">
              <a:latin typeface="ＭＳ ゴシック"/>
              <a:cs typeface="ＭＳ ゴシック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9734" y="454402"/>
            <a:ext cx="1532890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5"/>
              </a:spcBef>
            </a:pPr>
            <a:r>
              <a:rPr sz="1050" spc="-20" dirty="0">
                <a:latin typeface="ＭＳ 明朝"/>
                <a:cs typeface="ＭＳ 明朝"/>
              </a:rPr>
              <a:t>次の値を求めよ。</a:t>
            </a:r>
            <a:endParaRPr sz="105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50">
              <a:latin typeface="ＭＳ 明朝"/>
              <a:cs typeface="ＭＳ 明朝"/>
            </a:endParaRPr>
          </a:p>
          <a:p>
            <a:pPr>
              <a:lnSpc>
                <a:spcPct val="100000"/>
              </a:lnSpc>
              <a:tabLst>
                <a:tab pos="339725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1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spc="-10" dirty="0">
                <a:latin typeface="Cambria Math"/>
                <a:cs typeface="Cambria Math"/>
              </a:rPr>
              <a:t>sin</a:t>
            </a:r>
            <a:r>
              <a:rPr sz="1050" spc="-45" dirty="0">
                <a:latin typeface="Cambria Math"/>
                <a:cs typeface="Cambria Math"/>
              </a:rPr>
              <a:t> </a:t>
            </a:r>
            <a:r>
              <a:rPr sz="1050" spc="-25" dirty="0">
                <a:latin typeface="Cambria Math"/>
                <a:cs typeface="Cambria Math"/>
              </a:rPr>
              <a:t>15°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22613" y="804922"/>
            <a:ext cx="834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37820" algn="l"/>
              </a:tabLst>
            </a:pPr>
            <a:r>
              <a:rPr sz="1575" spc="-37" baseline="2645" dirty="0">
                <a:latin typeface="Cambria Math"/>
                <a:cs typeface="Cambria Math"/>
              </a:rPr>
              <a:t>(</a:t>
            </a:r>
            <a:r>
              <a:rPr sz="1050" spc="-25" dirty="0">
                <a:latin typeface="Cambria Math"/>
                <a:cs typeface="Cambria Math"/>
              </a:rPr>
              <a:t>2</a:t>
            </a:r>
            <a:r>
              <a:rPr sz="1575" spc="-37" baseline="2645" dirty="0">
                <a:latin typeface="Cambria Math"/>
                <a:cs typeface="Cambria Math"/>
              </a:rPr>
              <a:t>)</a:t>
            </a:r>
            <a:r>
              <a:rPr sz="1575" baseline="2645" dirty="0">
                <a:latin typeface="Cambria Math"/>
                <a:cs typeface="Cambria Math"/>
              </a:rPr>
              <a:t>	</a:t>
            </a:r>
            <a:r>
              <a:rPr sz="1050" dirty="0">
                <a:latin typeface="Cambria Math"/>
                <a:cs typeface="Cambria Math"/>
              </a:rPr>
              <a:t>cos</a:t>
            </a:r>
            <a:r>
              <a:rPr sz="1050" spc="-60" dirty="0">
                <a:latin typeface="Cambria Math"/>
                <a:cs typeface="Cambria Math"/>
              </a:rPr>
              <a:t> </a:t>
            </a:r>
            <a:r>
              <a:rPr sz="1050" spc="-20" dirty="0">
                <a:latin typeface="Cambria Math"/>
                <a:cs typeface="Cambria Math"/>
              </a:rPr>
              <a:t>195°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545909" y="317500"/>
            <a:ext cx="6376035" cy="914400"/>
          </a:xfrm>
          <a:custGeom>
            <a:avLst/>
            <a:gdLst/>
            <a:ahLst/>
            <a:cxnLst/>
            <a:rect l="l" t="t" r="r" b="b"/>
            <a:pathLst>
              <a:path w="6376034" h="914400">
                <a:moveTo>
                  <a:pt x="0" y="914400"/>
                </a:moveTo>
                <a:lnTo>
                  <a:pt x="6376034" y="914400"/>
                </a:lnTo>
                <a:lnTo>
                  <a:pt x="6376034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5">
            <a:extLst>
              <a:ext uri="{FF2B5EF4-FFF2-40B4-BE49-F238E27FC236}">
                <a16:creationId xmlns:a16="http://schemas.microsoft.com/office/drawing/2014/main" id="{4CBFF423-CA88-010A-F1EA-C6A6C8DB9E58}"/>
              </a:ext>
            </a:extLst>
          </p:cNvPr>
          <p:cNvSpPr/>
          <p:nvPr/>
        </p:nvSpPr>
        <p:spPr>
          <a:xfrm>
            <a:off x="552862" y="1466100"/>
            <a:ext cx="6376035" cy="2024305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839AC99-4C4D-7BF4-A152-DFCAEA6B9B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48" y="1369139"/>
            <a:ext cx="2537267" cy="2101124"/>
          </a:xfrm>
          <a:prstGeom prst="rect">
            <a:avLst/>
          </a:prstGeom>
        </p:spPr>
      </p:pic>
      <p:sp>
        <p:nvSpPr>
          <p:cNvPr id="11" name="object 38">
            <a:extLst>
              <a:ext uri="{FF2B5EF4-FFF2-40B4-BE49-F238E27FC236}">
                <a16:creationId xmlns:a16="http://schemas.microsoft.com/office/drawing/2014/main" id="{117006FF-2518-DB6F-F509-45E73AFBAE3C}"/>
              </a:ext>
            </a:extLst>
          </p:cNvPr>
          <p:cNvSpPr txBox="1"/>
          <p:nvPr/>
        </p:nvSpPr>
        <p:spPr>
          <a:xfrm>
            <a:off x="668276" y="1548801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</a:t>
            </a:r>
            <a:r>
              <a:rPr lang="ja-JP" altLang="en-US" sz="1200" spc="-25" dirty="0">
                <a:latin typeface="ＭＳ ゴシック"/>
                <a:cs typeface="ＭＳ ゴシック"/>
              </a:rPr>
              <a:t>３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19AAE3-B426-3675-1AC7-7066967F6B71}"/>
              </a:ext>
            </a:extLst>
          </p:cNvPr>
          <p:cNvSpPr txBox="1"/>
          <p:nvPr/>
        </p:nvSpPr>
        <p:spPr>
          <a:xfrm>
            <a:off x="3317589" y="1616345"/>
            <a:ext cx="350128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1.</a:t>
            </a:r>
            <a:r>
              <a:rPr kumimoji="1" lang="ja-JP" altLang="en-US" sz="1200" dirty="0"/>
              <a:t>影の長さを</a:t>
            </a:r>
            <a:r>
              <a:rPr kumimoji="1" lang="en-US" altLang="ja-JP" sz="1200" dirty="0"/>
              <a:t>1</a:t>
            </a:r>
            <a:r>
              <a:rPr kumimoji="1" lang="ja-JP" altLang="en-US" sz="1200" dirty="0"/>
              <a:t>としたときの</a:t>
            </a:r>
            <a:r>
              <a:rPr kumimoji="1" lang="en-US" altLang="ja-JP" sz="1200" dirty="0"/>
              <a:t>θ</a:t>
            </a:r>
            <a:r>
              <a:rPr kumimoji="1" lang="ja-JP" altLang="en-US" sz="1200" dirty="0"/>
              <a:t>を求めよ。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2.</a:t>
            </a:r>
            <a:r>
              <a:rPr kumimoji="1" lang="ja-JP" altLang="en-US" sz="1200" dirty="0"/>
              <a:t> 太陽は一定速度で動いている。</a:t>
            </a:r>
            <a:endParaRPr kumimoji="1" lang="en-US" altLang="ja-JP" sz="1200" dirty="0"/>
          </a:p>
          <a:p>
            <a:r>
              <a:rPr kumimoji="1" lang="ja-JP" altLang="en-US" sz="1200" dirty="0"/>
              <a:t>　日の入りから現在まで</a:t>
            </a:r>
            <a:r>
              <a:rPr kumimoji="1" lang="en-US" altLang="ja-JP" sz="1200" dirty="0"/>
              <a:t>3</a:t>
            </a:r>
            <a:r>
              <a:rPr kumimoji="1" lang="ja-JP" altLang="en-US" sz="1200" dirty="0"/>
              <a:t>時間掛かったとする。</a:t>
            </a:r>
            <a:endParaRPr kumimoji="1" lang="en-US" altLang="ja-JP" sz="1200" dirty="0"/>
          </a:p>
          <a:p>
            <a:r>
              <a:rPr kumimoji="1" lang="ja-JP" altLang="en-US" sz="1200" dirty="0"/>
              <a:t>　日没まであと何時間か？</a:t>
            </a:r>
            <a:endParaRPr kumimoji="1" lang="en-US" altLang="ja-JP" sz="1200" dirty="0"/>
          </a:p>
          <a:p>
            <a:endParaRPr kumimoji="1" lang="en-US" altLang="ja-JP" sz="1200" dirty="0"/>
          </a:p>
          <a:p>
            <a:r>
              <a:rPr kumimoji="1" lang="en-US" altLang="ja-JP" sz="1200" dirty="0"/>
              <a:t>3.r</a:t>
            </a:r>
            <a:r>
              <a:rPr kumimoji="1" lang="ja-JP" altLang="en-US" sz="1200" dirty="0"/>
              <a:t>を用いて</a:t>
            </a:r>
            <a:r>
              <a:rPr kumimoji="1" lang="en-US" altLang="ja-JP" sz="1200" dirty="0"/>
              <a:t>L</a:t>
            </a:r>
            <a:r>
              <a:rPr kumimoji="1" lang="ja-JP" altLang="en-US" sz="1200" dirty="0"/>
              <a:t>を求めよ。</a:t>
            </a:r>
            <a:endParaRPr kumimoji="1" lang="en-US" altLang="ja-JP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1C49D146-B5EA-2113-D6AA-23E13512C0B0}"/>
                  </a:ext>
                </a:extLst>
              </p14:cNvPr>
              <p14:cNvContentPartPr/>
              <p14:nvPr/>
            </p14:nvContentPartPr>
            <p14:xfrm>
              <a:off x="1455113" y="2108303"/>
              <a:ext cx="117000" cy="22392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1C49D146-B5EA-2113-D6AA-23E13512C0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0806" y="2103976"/>
                <a:ext cx="125613" cy="232574"/>
              </a:xfrm>
              <a:prstGeom prst="rect">
                <a:avLst/>
              </a:prstGeom>
            </p:spPr>
          </p:pic>
        </mc:Fallback>
      </mc:AlternateContent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606277F-A561-035C-36FE-25FB2ADB9954}"/>
              </a:ext>
            </a:extLst>
          </p:cNvPr>
          <p:cNvCxnSpPr>
            <a:cxnSpLocks/>
          </p:cNvCxnSpPr>
          <p:nvPr/>
        </p:nvCxnSpPr>
        <p:spPr>
          <a:xfrm>
            <a:off x="2482850" y="1616345"/>
            <a:ext cx="0" cy="1447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インク 27">
                <a:extLst>
                  <a:ext uri="{FF2B5EF4-FFF2-40B4-BE49-F238E27FC236}">
                    <a16:creationId xmlns:a16="http://schemas.microsoft.com/office/drawing/2014/main" id="{8B864899-88E6-2D70-8CF2-58FA2C7B0D62}"/>
                  </a:ext>
                </a:extLst>
              </p14:cNvPr>
              <p14:cNvContentPartPr/>
              <p14:nvPr/>
            </p14:nvContentPartPr>
            <p14:xfrm>
              <a:off x="2627561" y="2193146"/>
              <a:ext cx="195480" cy="314640"/>
            </p14:xfrm>
          </p:contentPart>
        </mc:Choice>
        <mc:Fallback xmlns="">
          <p:pic>
            <p:nvPicPr>
              <p:cNvPr id="28" name="インク 27">
                <a:extLst>
                  <a:ext uri="{FF2B5EF4-FFF2-40B4-BE49-F238E27FC236}">
                    <a16:creationId xmlns:a16="http://schemas.microsoft.com/office/drawing/2014/main" id="{8B864899-88E6-2D70-8CF2-58FA2C7B0D6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23241" y="2188826"/>
                <a:ext cx="2041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6" name="インク 55">
                <a:extLst>
                  <a:ext uri="{FF2B5EF4-FFF2-40B4-BE49-F238E27FC236}">
                    <a16:creationId xmlns:a16="http://schemas.microsoft.com/office/drawing/2014/main" id="{B5F6201D-446A-B7A7-10E2-7804CC7B6CA9}"/>
                  </a:ext>
                </a:extLst>
              </p14:cNvPr>
              <p14:cNvContentPartPr/>
              <p14:nvPr/>
            </p14:nvContentPartPr>
            <p14:xfrm>
              <a:off x="5162893" y="2473743"/>
              <a:ext cx="360" cy="360"/>
            </p14:xfrm>
          </p:contentPart>
        </mc:Choice>
        <mc:Fallback xmlns="">
          <p:pic>
            <p:nvPicPr>
              <p:cNvPr id="56" name="インク 55">
                <a:extLst>
                  <a:ext uri="{FF2B5EF4-FFF2-40B4-BE49-F238E27FC236}">
                    <a16:creationId xmlns:a16="http://schemas.microsoft.com/office/drawing/2014/main" id="{B5F6201D-446A-B7A7-10E2-7804CC7B6C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58573" y="2469423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6C1056E3-8474-26D0-D36E-53226C84C6B1}"/>
                  </a:ext>
                </a:extLst>
              </p14:cNvPr>
              <p14:cNvContentPartPr/>
              <p14:nvPr/>
            </p14:nvContentPartPr>
            <p14:xfrm>
              <a:off x="1542820" y="946260"/>
              <a:ext cx="672840" cy="12060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6C1056E3-8474-26D0-D36E-53226C84C6B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38500" y="941940"/>
                <a:ext cx="6814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C864B028-F82F-08DD-A44C-EDE89A43CE8C}"/>
                  </a:ext>
                </a:extLst>
              </p14:cNvPr>
              <p14:cNvContentPartPr/>
              <p14:nvPr/>
            </p14:nvContentPartPr>
            <p14:xfrm>
              <a:off x="1768900" y="1117260"/>
              <a:ext cx="244080" cy="12240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C864B028-F82F-08DD-A44C-EDE89A43CE8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764580" y="1112940"/>
                <a:ext cx="2527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07DCD0B7-4980-183C-5BEA-63E40EC6AA02}"/>
                  </a:ext>
                </a:extLst>
              </p14:cNvPr>
              <p14:cNvContentPartPr/>
              <p14:nvPr/>
            </p14:nvContentPartPr>
            <p14:xfrm>
              <a:off x="1878700" y="1136340"/>
              <a:ext cx="7560" cy="19008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07DCD0B7-4980-183C-5BEA-63E40EC6AA0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874380" y="1132020"/>
                <a:ext cx="1620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61B8E3FD-391F-751D-77F2-89DD89B611E7}"/>
              </a:ext>
            </a:extLst>
          </p:cNvPr>
          <p:cNvGrpSpPr/>
          <p:nvPr/>
        </p:nvGrpSpPr>
        <p:grpSpPr>
          <a:xfrm>
            <a:off x="1548940" y="768420"/>
            <a:ext cx="198000" cy="208440"/>
            <a:chOff x="1548940" y="768420"/>
            <a:chExt cx="19800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1C6E7F3A-CCCE-6C5C-EC24-FB1389D7A9CB}"/>
                    </a:ext>
                  </a:extLst>
                </p14:cNvPr>
                <p14:cNvContentPartPr/>
                <p14:nvPr/>
              </p14:nvContentPartPr>
              <p14:xfrm>
                <a:off x="1548940" y="872100"/>
                <a:ext cx="57960" cy="10476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1C6E7F3A-CCCE-6C5C-EC24-FB1389D7A9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544620" y="867780"/>
                  <a:ext cx="66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インク 20">
                  <a:extLst>
                    <a:ext uri="{FF2B5EF4-FFF2-40B4-BE49-F238E27FC236}">
                      <a16:creationId xmlns:a16="http://schemas.microsoft.com/office/drawing/2014/main" id="{0CAC0580-2C18-60CA-8DD4-9EC3928D02E3}"/>
                    </a:ext>
                  </a:extLst>
                </p14:cNvPr>
                <p14:cNvContentPartPr/>
                <p14:nvPr/>
              </p14:nvContentPartPr>
              <p14:xfrm>
                <a:off x="1568020" y="768420"/>
                <a:ext cx="178920" cy="44640"/>
              </p14:xfrm>
            </p:contentPart>
          </mc:Choice>
          <mc:Fallback xmlns="">
            <p:pic>
              <p:nvPicPr>
                <p:cNvPr id="21" name="インク 20">
                  <a:extLst>
                    <a:ext uri="{FF2B5EF4-FFF2-40B4-BE49-F238E27FC236}">
                      <a16:creationId xmlns:a16="http://schemas.microsoft.com/office/drawing/2014/main" id="{0CAC0580-2C18-60CA-8DD4-9EC3928D02E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63700" y="764100"/>
                  <a:ext cx="1875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E6EA396D-A12F-0E0D-18ED-7614B09A3404}"/>
                    </a:ext>
                  </a:extLst>
                </p14:cNvPr>
                <p14:cNvContentPartPr/>
                <p14:nvPr/>
              </p14:nvContentPartPr>
              <p14:xfrm>
                <a:off x="1651180" y="812700"/>
                <a:ext cx="93240" cy="14760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E6EA396D-A12F-0E0D-18ED-7614B09A340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646860" y="808380"/>
                  <a:ext cx="101880" cy="15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7" name="インク 56">
                <a:extLst>
                  <a:ext uri="{FF2B5EF4-FFF2-40B4-BE49-F238E27FC236}">
                    <a16:creationId xmlns:a16="http://schemas.microsoft.com/office/drawing/2014/main" id="{ED74674E-AEB3-DB35-ACBB-B3202F422DCC}"/>
                  </a:ext>
                </a:extLst>
              </p14:cNvPr>
              <p14:cNvContentPartPr/>
              <p14:nvPr/>
            </p14:nvContentPartPr>
            <p14:xfrm>
              <a:off x="1853860" y="816660"/>
              <a:ext cx="103320" cy="53280"/>
            </p14:xfrm>
          </p:contentPart>
        </mc:Choice>
        <mc:Fallback xmlns="">
          <p:pic>
            <p:nvPicPr>
              <p:cNvPr id="57" name="インク 56">
                <a:extLst>
                  <a:ext uri="{FF2B5EF4-FFF2-40B4-BE49-F238E27FC236}">
                    <a16:creationId xmlns:a16="http://schemas.microsoft.com/office/drawing/2014/main" id="{ED74674E-AEB3-DB35-ACBB-B3202F422DC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849540" y="812340"/>
                <a:ext cx="11196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8" name="インク 57">
                <a:extLst>
                  <a:ext uri="{FF2B5EF4-FFF2-40B4-BE49-F238E27FC236}">
                    <a16:creationId xmlns:a16="http://schemas.microsoft.com/office/drawing/2014/main" id="{E4ECADB0-79C8-63A2-E808-2DB16213A58E}"/>
                  </a:ext>
                </a:extLst>
              </p14:cNvPr>
              <p14:cNvContentPartPr/>
              <p14:nvPr/>
            </p14:nvContentPartPr>
            <p14:xfrm>
              <a:off x="2025220" y="689820"/>
              <a:ext cx="232920" cy="189720"/>
            </p14:xfrm>
          </p:contentPart>
        </mc:Choice>
        <mc:Fallback xmlns="">
          <p:pic>
            <p:nvPicPr>
              <p:cNvPr id="58" name="インク 57">
                <a:extLst>
                  <a:ext uri="{FF2B5EF4-FFF2-40B4-BE49-F238E27FC236}">
                    <a16:creationId xmlns:a16="http://schemas.microsoft.com/office/drawing/2014/main" id="{E4ECADB0-79C8-63A2-E808-2DB16213A58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020900" y="685500"/>
                <a:ext cx="24156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0" name="インク 59">
                <a:extLst>
                  <a:ext uri="{FF2B5EF4-FFF2-40B4-BE49-F238E27FC236}">
                    <a16:creationId xmlns:a16="http://schemas.microsoft.com/office/drawing/2014/main" id="{460FE366-B04E-4710-7233-79A6051695EA}"/>
                  </a:ext>
                </a:extLst>
              </p14:cNvPr>
              <p14:cNvContentPartPr/>
              <p14:nvPr/>
            </p14:nvContentPartPr>
            <p14:xfrm>
              <a:off x="2120260" y="774060"/>
              <a:ext cx="89280" cy="109080"/>
            </p14:xfrm>
          </p:contentPart>
        </mc:Choice>
        <mc:Fallback xmlns="">
          <p:pic>
            <p:nvPicPr>
              <p:cNvPr id="60" name="インク 59">
                <a:extLst>
                  <a:ext uri="{FF2B5EF4-FFF2-40B4-BE49-F238E27FC236}">
                    <a16:creationId xmlns:a16="http://schemas.microsoft.com/office/drawing/2014/main" id="{460FE366-B04E-4710-7233-79A6051695E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115940" y="769740"/>
                <a:ext cx="9792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5" name="インク 64">
                <a:extLst>
                  <a:ext uri="{FF2B5EF4-FFF2-40B4-BE49-F238E27FC236}">
                    <a16:creationId xmlns:a16="http://schemas.microsoft.com/office/drawing/2014/main" id="{F4A42717-F839-7EB9-6625-08FD84796B6B}"/>
                  </a:ext>
                </a:extLst>
              </p14:cNvPr>
              <p14:cNvContentPartPr/>
              <p14:nvPr/>
            </p14:nvContentPartPr>
            <p14:xfrm>
              <a:off x="3459180" y="616860"/>
              <a:ext cx="98640" cy="25560"/>
            </p14:xfrm>
          </p:contentPart>
        </mc:Choice>
        <mc:Fallback xmlns="">
          <p:pic>
            <p:nvPicPr>
              <p:cNvPr id="65" name="インク 64">
                <a:extLst>
                  <a:ext uri="{FF2B5EF4-FFF2-40B4-BE49-F238E27FC236}">
                    <a16:creationId xmlns:a16="http://schemas.microsoft.com/office/drawing/2014/main" id="{F4A42717-F839-7EB9-6625-08FD84796B6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454860" y="612540"/>
                <a:ext cx="10728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411FD7CC-47C3-072F-EF33-DFF5893FD4BD}"/>
              </a:ext>
            </a:extLst>
          </p:cNvPr>
          <p:cNvGrpSpPr/>
          <p:nvPr/>
        </p:nvGrpSpPr>
        <p:grpSpPr>
          <a:xfrm>
            <a:off x="3617940" y="535500"/>
            <a:ext cx="260640" cy="148320"/>
            <a:chOff x="3617940" y="535500"/>
            <a:chExt cx="26064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ABC17D42-8D8D-248A-1349-55B0AE9DB88A}"/>
                    </a:ext>
                  </a:extLst>
                </p14:cNvPr>
                <p14:cNvContentPartPr/>
                <p14:nvPr/>
              </p14:nvContentPartPr>
              <p14:xfrm>
                <a:off x="3617940" y="535500"/>
                <a:ext cx="77400" cy="12132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ABC17D42-8D8D-248A-1349-55B0AE9DB88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13620" y="531180"/>
                  <a:ext cx="86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A44141BE-AD3E-D43D-F718-A0333F0AF17E}"/>
                    </a:ext>
                  </a:extLst>
                </p14:cNvPr>
                <p14:cNvContentPartPr/>
                <p14:nvPr/>
              </p14:nvContentPartPr>
              <p14:xfrm>
                <a:off x="3702180" y="565740"/>
                <a:ext cx="77400" cy="11520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A44141BE-AD3E-D43D-F718-A0333F0AF17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97860" y="561420"/>
                  <a:ext cx="86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D8785DF3-BD3C-2AB2-5727-D47379D762AD}"/>
                    </a:ext>
                  </a:extLst>
                </p14:cNvPr>
                <p14:cNvContentPartPr/>
                <p14:nvPr/>
              </p14:nvContentPartPr>
              <p14:xfrm>
                <a:off x="3781740" y="563580"/>
                <a:ext cx="96840" cy="12024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D8785DF3-BD3C-2AB2-5727-D47379D762A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77420" y="559260"/>
                  <a:ext cx="10548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012A08F7-6FEC-0717-396D-BD05FB2EE0CD}"/>
              </a:ext>
            </a:extLst>
          </p:cNvPr>
          <p:cNvGrpSpPr/>
          <p:nvPr/>
        </p:nvGrpSpPr>
        <p:grpSpPr>
          <a:xfrm>
            <a:off x="4007820" y="464580"/>
            <a:ext cx="545040" cy="298080"/>
            <a:chOff x="4007820" y="464580"/>
            <a:chExt cx="54504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2FB10763-42F4-CA9D-05DC-39B8D902C7C3}"/>
                    </a:ext>
                  </a:extLst>
                </p14:cNvPr>
                <p14:cNvContentPartPr/>
                <p14:nvPr/>
              </p14:nvContentPartPr>
              <p14:xfrm>
                <a:off x="4007820" y="588420"/>
                <a:ext cx="197280" cy="2124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2FB10763-42F4-CA9D-05DC-39B8D902C7C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03500" y="584100"/>
                  <a:ext cx="205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91C5CB93-5D7D-2D49-2737-A4464E790DB8}"/>
                    </a:ext>
                  </a:extLst>
                </p14:cNvPr>
                <p14:cNvContentPartPr/>
                <p14:nvPr/>
              </p14:nvContentPartPr>
              <p14:xfrm>
                <a:off x="4060380" y="670140"/>
                <a:ext cx="30240" cy="9252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91C5CB93-5D7D-2D49-2737-A4464E790D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56060" y="665820"/>
                  <a:ext cx="388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5" name="インク 74">
                  <a:extLst>
                    <a:ext uri="{FF2B5EF4-FFF2-40B4-BE49-F238E27FC236}">
                      <a16:creationId xmlns:a16="http://schemas.microsoft.com/office/drawing/2014/main" id="{DB273F99-AD33-4099-01D1-E1C1BAD133FA}"/>
                    </a:ext>
                  </a:extLst>
                </p14:cNvPr>
                <p14:cNvContentPartPr/>
                <p14:nvPr/>
              </p14:nvContentPartPr>
              <p14:xfrm>
                <a:off x="4131660" y="666900"/>
                <a:ext cx="60480" cy="80640"/>
              </p14:xfrm>
            </p:contentPart>
          </mc:Choice>
          <mc:Fallback xmlns="">
            <p:pic>
              <p:nvPicPr>
                <p:cNvPr id="75" name="インク 74">
                  <a:extLst>
                    <a:ext uri="{FF2B5EF4-FFF2-40B4-BE49-F238E27FC236}">
                      <a16:creationId xmlns:a16="http://schemas.microsoft.com/office/drawing/2014/main" id="{DB273F99-AD33-4099-01D1-E1C1BAD133F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27340" y="662580"/>
                  <a:ext cx="69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98440B8C-D71D-E3C8-18BA-FF84228D3DEF}"/>
                    </a:ext>
                  </a:extLst>
                </p14:cNvPr>
                <p14:cNvContentPartPr/>
                <p14:nvPr/>
              </p14:nvContentPartPr>
              <p14:xfrm>
                <a:off x="4082700" y="464580"/>
                <a:ext cx="47520" cy="11412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98440B8C-D71D-E3C8-18BA-FF84228D3DE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078380" y="460260"/>
                  <a:ext cx="561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FE07A996-47B4-110B-4816-8B3DCBBA49ED}"/>
                    </a:ext>
                  </a:extLst>
                </p14:cNvPr>
                <p14:cNvContentPartPr/>
                <p14:nvPr/>
              </p14:nvContentPartPr>
              <p14:xfrm>
                <a:off x="4251540" y="548460"/>
                <a:ext cx="182160" cy="36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FE07A996-47B4-110B-4816-8B3DCBBA49E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47220" y="544140"/>
                  <a:ext cx="1908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9" name="インク 78">
                  <a:extLst>
                    <a:ext uri="{FF2B5EF4-FFF2-40B4-BE49-F238E27FC236}">
                      <a16:creationId xmlns:a16="http://schemas.microsoft.com/office/drawing/2014/main" id="{36BA83E4-A103-42C4-5F7C-2BF9A4F46514}"/>
                    </a:ext>
                  </a:extLst>
                </p14:cNvPr>
                <p14:cNvContentPartPr/>
                <p14:nvPr/>
              </p14:nvContentPartPr>
              <p14:xfrm>
                <a:off x="4293300" y="563580"/>
                <a:ext cx="42480" cy="112320"/>
              </p14:xfrm>
            </p:contentPart>
          </mc:Choice>
          <mc:Fallback xmlns="">
            <p:pic>
              <p:nvPicPr>
                <p:cNvPr id="79" name="インク 78">
                  <a:extLst>
                    <a:ext uri="{FF2B5EF4-FFF2-40B4-BE49-F238E27FC236}">
                      <a16:creationId xmlns:a16="http://schemas.microsoft.com/office/drawing/2014/main" id="{36BA83E4-A103-42C4-5F7C-2BF9A4F4651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88980" y="559260"/>
                  <a:ext cx="511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DF0BD4AD-0522-C5E4-6B48-37C24DBB2DDF}"/>
                    </a:ext>
                  </a:extLst>
                </p14:cNvPr>
                <p14:cNvContentPartPr/>
                <p14:nvPr/>
              </p14:nvContentPartPr>
              <p14:xfrm>
                <a:off x="4411380" y="563580"/>
                <a:ext cx="141480" cy="12420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DF0BD4AD-0522-C5E4-6B48-37C24DBB2DD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407060" y="559260"/>
                  <a:ext cx="15012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E354D3C9-770A-330E-BFC2-3C3E552D6F58}"/>
              </a:ext>
            </a:extLst>
          </p:cNvPr>
          <p:cNvGrpSpPr/>
          <p:nvPr/>
        </p:nvGrpSpPr>
        <p:grpSpPr>
          <a:xfrm>
            <a:off x="3390780" y="1051380"/>
            <a:ext cx="159480" cy="83880"/>
            <a:chOff x="3390780" y="1051380"/>
            <a:chExt cx="159480" cy="8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5890E3BB-4E0F-D9A6-5387-468A9AEC8747}"/>
                    </a:ext>
                  </a:extLst>
                </p14:cNvPr>
                <p14:cNvContentPartPr/>
                <p14:nvPr/>
              </p14:nvContentPartPr>
              <p14:xfrm>
                <a:off x="3405540" y="1051380"/>
                <a:ext cx="144720" cy="756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5890E3BB-4E0F-D9A6-5387-468A9AEC874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401220" y="1047060"/>
                  <a:ext cx="1533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87E89D9C-E191-CBF5-66BA-B0581273A18D}"/>
                    </a:ext>
                  </a:extLst>
                </p14:cNvPr>
                <p14:cNvContentPartPr/>
                <p14:nvPr/>
              </p14:nvContentPartPr>
              <p14:xfrm>
                <a:off x="3390780" y="1119780"/>
                <a:ext cx="144360" cy="1548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87E89D9C-E191-CBF5-66BA-B0581273A18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386460" y="1115460"/>
                  <a:ext cx="1530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グループ化 101">
            <a:extLst>
              <a:ext uri="{FF2B5EF4-FFF2-40B4-BE49-F238E27FC236}">
                <a16:creationId xmlns:a16="http://schemas.microsoft.com/office/drawing/2014/main" id="{033C2739-F78A-10DC-6AD7-25C0F0DC9358}"/>
              </a:ext>
            </a:extLst>
          </p:cNvPr>
          <p:cNvGrpSpPr/>
          <p:nvPr/>
        </p:nvGrpSpPr>
        <p:grpSpPr>
          <a:xfrm>
            <a:off x="3764100" y="913860"/>
            <a:ext cx="700920" cy="467640"/>
            <a:chOff x="3764100" y="913860"/>
            <a:chExt cx="70092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0" name="インク 89">
                  <a:extLst>
                    <a:ext uri="{FF2B5EF4-FFF2-40B4-BE49-F238E27FC236}">
                      <a16:creationId xmlns:a16="http://schemas.microsoft.com/office/drawing/2014/main" id="{861108D8-2A12-7A17-0D01-AE3406D57545}"/>
                    </a:ext>
                  </a:extLst>
                </p14:cNvPr>
                <p14:cNvContentPartPr/>
                <p14:nvPr/>
              </p14:nvContentPartPr>
              <p14:xfrm>
                <a:off x="3794340" y="1110060"/>
                <a:ext cx="643320" cy="25920"/>
              </p14:xfrm>
            </p:contentPart>
          </mc:Choice>
          <mc:Fallback xmlns="">
            <p:pic>
              <p:nvPicPr>
                <p:cNvPr id="90" name="インク 89">
                  <a:extLst>
                    <a:ext uri="{FF2B5EF4-FFF2-40B4-BE49-F238E27FC236}">
                      <a16:creationId xmlns:a16="http://schemas.microsoft.com/office/drawing/2014/main" id="{861108D8-2A12-7A17-0D01-AE3406D5754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90020" y="1105740"/>
                  <a:ext cx="651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1" name="インク 90">
                  <a:extLst>
                    <a:ext uri="{FF2B5EF4-FFF2-40B4-BE49-F238E27FC236}">
                      <a16:creationId xmlns:a16="http://schemas.microsoft.com/office/drawing/2014/main" id="{E4881365-6359-93C6-F1DF-AA3974708BDC}"/>
                    </a:ext>
                  </a:extLst>
                </p14:cNvPr>
                <p14:cNvContentPartPr/>
                <p14:nvPr/>
              </p14:nvContentPartPr>
              <p14:xfrm>
                <a:off x="4059300" y="1157940"/>
                <a:ext cx="113400" cy="133200"/>
              </p14:xfrm>
            </p:contentPart>
          </mc:Choice>
          <mc:Fallback xmlns="">
            <p:pic>
              <p:nvPicPr>
                <p:cNvPr id="91" name="インク 90">
                  <a:extLst>
                    <a:ext uri="{FF2B5EF4-FFF2-40B4-BE49-F238E27FC236}">
                      <a16:creationId xmlns:a16="http://schemas.microsoft.com/office/drawing/2014/main" id="{E4881365-6359-93C6-F1DF-AA3974708BD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054980" y="1153620"/>
                  <a:ext cx="1220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19757449-A35E-9358-39D6-B78413B84D7B}"/>
                    </a:ext>
                  </a:extLst>
                </p14:cNvPr>
                <p14:cNvContentPartPr/>
                <p14:nvPr/>
              </p14:nvContentPartPr>
              <p14:xfrm>
                <a:off x="4122300" y="1196100"/>
                <a:ext cx="360" cy="18540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19757449-A35E-9358-39D6-B78413B84D7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117980" y="1191780"/>
                  <a:ext cx="9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3" name="インク 92">
                  <a:extLst>
                    <a:ext uri="{FF2B5EF4-FFF2-40B4-BE49-F238E27FC236}">
                      <a16:creationId xmlns:a16="http://schemas.microsoft.com/office/drawing/2014/main" id="{6254E496-832A-AA24-7B60-66869C1C14E3}"/>
                    </a:ext>
                  </a:extLst>
                </p14:cNvPr>
                <p14:cNvContentPartPr/>
                <p14:nvPr/>
              </p14:nvContentPartPr>
              <p14:xfrm>
                <a:off x="3764100" y="998100"/>
                <a:ext cx="99000" cy="15840"/>
              </p14:xfrm>
            </p:contentPart>
          </mc:Choice>
          <mc:Fallback xmlns="">
            <p:pic>
              <p:nvPicPr>
                <p:cNvPr id="93" name="インク 92">
                  <a:extLst>
                    <a:ext uri="{FF2B5EF4-FFF2-40B4-BE49-F238E27FC236}">
                      <a16:creationId xmlns:a16="http://schemas.microsoft.com/office/drawing/2014/main" id="{6254E496-832A-AA24-7B60-66869C1C14E3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759780" y="993780"/>
                  <a:ext cx="10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6BFF2273-A874-0E23-11E8-D86A0C475220}"/>
                    </a:ext>
                  </a:extLst>
                </p14:cNvPr>
                <p14:cNvContentPartPr/>
                <p14:nvPr/>
              </p14:nvContentPartPr>
              <p14:xfrm>
                <a:off x="3870660" y="936540"/>
                <a:ext cx="174240" cy="15516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6BFF2273-A874-0E23-11E8-D86A0C47522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866340" y="932220"/>
                  <a:ext cx="182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985E4577-444F-BB3F-76EF-A0205F31779C}"/>
                    </a:ext>
                  </a:extLst>
                </p14:cNvPr>
                <p14:cNvContentPartPr/>
                <p14:nvPr/>
              </p14:nvContentPartPr>
              <p14:xfrm>
                <a:off x="3969660" y="984060"/>
                <a:ext cx="129240" cy="11340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985E4577-444F-BB3F-76EF-A0205F31779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965340" y="979740"/>
                  <a:ext cx="1378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89995E15-4C5B-E753-F58B-5060C0C3598B}"/>
                    </a:ext>
                  </a:extLst>
                </p14:cNvPr>
                <p14:cNvContentPartPr/>
                <p14:nvPr/>
              </p14:nvContentPartPr>
              <p14:xfrm>
                <a:off x="4152540" y="1012860"/>
                <a:ext cx="75600" cy="1620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89995E15-4C5B-E753-F58B-5060C0C3598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148220" y="1008540"/>
                  <a:ext cx="84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8" name="インク 97">
                  <a:extLst>
                    <a:ext uri="{FF2B5EF4-FFF2-40B4-BE49-F238E27FC236}">
                      <a16:creationId xmlns:a16="http://schemas.microsoft.com/office/drawing/2014/main" id="{05AD8A50-9702-E845-1DF6-8E8A8C262407}"/>
                    </a:ext>
                  </a:extLst>
                </p14:cNvPr>
                <p14:cNvContentPartPr/>
                <p14:nvPr/>
              </p14:nvContentPartPr>
              <p14:xfrm>
                <a:off x="4282140" y="913860"/>
                <a:ext cx="182880" cy="167040"/>
              </p14:xfrm>
            </p:contentPart>
          </mc:Choice>
          <mc:Fallback xmlns="">
            <p:pic>
              <p:nvPicPr>
                <p:cNvPr id="98" name="インク 97">
                  <a:extLst>
                    <a:ext uri="{FF2B5EF4-FFF2-40B4-BE49-F238E27FC236}">
                      <a16:creationId xmlns:a16="http://schemas.microsoft.com/office/drawing/2014/main" id="{05AD8A50-9702-E845-1DF6-8E8A8C26240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77820" y="909540"/>
                  <a:ext cx="19152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A4DBF492-A193-71C9-8295-AB544C8A1BED}"/>
                    </a:ext>
                  </a:extLst>
                </p14:cNvPr>
                <p14:cNvContentPartPr/>
                <p14:nvPr/>
              </p14:nvContentPartPr>
              <p14:xfrm>
                <a:off x="4380420" y="952020"/>
                <a:ext cx="79560" cy="15300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A4DBF492-A193-71C9-8295-AB544C8A1BE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76100" y="947700"/>
                  <a:ext cx="882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C8997BC9-22B2-FFFD-7C3D-56AF385313E8}"/>
                    </a:ext>
                  </a:extLst>
                </p14:cNvPr>
                <p14:cNvContentPartPr/>
                <p14:nvPr/>
              </p14:nvContentPartPr>
              <p14:xfrm>
                <a:off x="4398420" y="1035540"/>
                <a:ext cx="44280" cy="864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C8997BC9-22B2-FFFD-7C3D-56AF385313E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394100" y="1031220"/>
                  <a:ext cx="5292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420B77ED-4FDB-1102-1220-D9131CBBE955}"/>
              </a:ext>
            </a:extLst>
          </p:cNvPr>
          <p:cNvGrpSpPr/>
          <p:nvPr/>
        </p:nvGrpSpPr>
        <p:grpSpPr>
          <a:xfrm>
            <a:off x="6274380" y="1614060"/>
            <a:ext cx="409680" cy="297000"/>
            <a:chOff x="6274380" y="1614060"/>
            <a:chExt cx="409680" cy="29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21" name="インク 120">
                  <a:extLst>
                    <a:ext uri="{FF2B5EF4-FFF2-40B4-BE49-F238E27FC236}">
                      <a16:creationId xmlns:a16="http://schemas.microsoft.com/office/drawing/2014/main" id="{1A460E08-BBD8-0D41-4D69-7104CA10814A}"/>
                    </a:ext>
                  </a:extLst>
                </p14:cNvPr>
                <p14:cNvContentPartPr/>
                <p14:nvPr/>
              </p14:nvContentPartPr>
              <p14:xfrm>
                <a:off x="6274380" y="1660860"/>
                <a:ext cx="103320" cy="152280"/>
              </p14:xfrm>
            </p:contentPart>
          </mc:Choice>
          <mc:Fallback xmlns="">
            <p:pic>
              <p:nvPicPr>
                <p:cNvPr id="121" name="インク 120">
                  <a:extLst>
                    <a:ext uri="{FF2B5EF4-FFF2-40B4-BE49-F238E27FC236}">
                      <a16:creationId xmlns:a16="http://schemas.microsoft.com/office/drawing/2014/main" id="{1A460E08-BBD8-0D41-4D69-7104CA10814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270060" y="1656540"/>
                  <a:ext cx="111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22" name="インク 121">
                  <a:extLst>
                    <a:ext uri="{FF2B5EF4-FFF2-40B4-BE49-F238E27FC236}">
                      <a16:creationId xmlns:a16="http://schemas.microsoft.com/office/drawing/2014/main" id="{0C8B61AC-7A70-90DD-3B69-DA8C420C710A}"/>
                    </a:ext>
                  </a:extLst>
                </p14:cNvPr>
                <p14:cNvContentPartPr/>
                <p14:nvPr/>
              </p14:nvContentPartPr>
              <p14:xfrm>
                <a:off x="6354660" y="1676340"/>
                <a:ext cx="26280" cy="234720"/>
              </p14:xfrm>
            </p:contentPart>
          </mc:Choice>
          <mc:Fallback xmlns="">
            <p:pic>
              <p:nvPicPr>
                <p:cNvPr id="122" name="インク 121">
                  <a:extLst>
                    <a:ext uri="{FF2B5EF4-FFF2-40B4-BE49-F238E27FC236}">
                      <a16:creationId xmlns:a16="http://schemas.microsoft.com/office/drawing/2014/main" id="{0C8B61AC-7A70-90DD-3B69-DA8C420C710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350340" y="1672020"/>
                  <a:ext cx="34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24" name="インク 123">
                  <a:extLst>
                    <a:ext uri="{FF2B5EF4-FFF2-40B4-BE49-F238E27FC236}">
                      <a16:creationId xmlns:a16="http://schemas.microsoft.com/office/drawing/2014/main" id="{E9C21F30-C6B4-5B01-9969-F009B378ED88}"/>
                    </a:ext>
                  </a:extLst>
                </p14:cNvPr>
                <p14:cNvContentPartPr/>
                <p14:nvPr/>
              </p14:nvContentPartPr>
              <p14:xfrm>
                <a:off x="6452940" y="1691460"/>
                <a:ext cx="147960" cy="200520"/>
              </p14:xfrm>
            </p:contentPart>
          </mc:Choice>
          <mc:Fallback xmlns="">
            <p:pic>
              <p:nvPicPr>
                <p:cNvPr id="124" name="インク 123">
                  <a:extLst>
                    <a:ext uri="{FF2B5EF4-FFF2-40B4-BE49-F238E27FC236}">
                      <a16:creationId xmlns:a16="http://schemas.microsoft.com/office/drawing/2014/main" id="{E9C21F30-C6B4-5B01-9969-F009B378ED8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448620" y="1687140"/>
                  <a:ext cx="1566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25" name="インク 124">
                  <a:extLst>
                    <a:ext uri="{FF2B5EF4-FFF2-40B4-BE49-F238E27FC236}">
                      <a16:creationId xmlns:a16="http://schemas.microsoft.com/office/drawing/2014/main" id="{2D7437FC-6F25-7008-B239-56C26EC7216E}"/>
                    </a:ext>
                  </a:extLst>
                </p14:cNvPr>
                <p14:cNvContentPartPr/>
                <p14:nvPr/>
              </p14:nvContentPartPr>
              <p14:xfrm>
                <a:off x="6454020" y="1675620"/>
                <a:ext cx="75600" cy="23400"/>
              </p14:xfrm>
            </p:contentPart>
          </mc:Choice>
          <mc:Fallback xmlns="">
            <p:pic>
              <p:nvPicPr>
                <p:cNvPr id="125" name="インク 124">
                  <a:extLst>
                    <a:ext uri="{FF2B5EF4-FFF2-40B4-BE49-F238E27FC236}">
                      <a16:creationId xmlns:a16="http://schemas.microsoft.com/office/drawing/2014/main" id="{2D7437FC-6F25-7008-B239-56C26EC7216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449700" y="1671300"/>
                  <a:ext cx="84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26" name="インク 125">
                  <a:extLst>
                    <a:ext uri="{FF2B5EF4-FFF2-40B4-BE49-F238E27FC236}">
                      <a16:creationId xmlns:a16="http://schemas.microsoft.com/office/drawing/2014/main" id="{7CB53CD9-C22B-9A47-8353-76EAE171D8F3}"/>
                    </a:ext>
                  </a:extLst>
                </p14:cNvPr>
                <p14:cNvContentPartPr/>
                <p14:nvPr/>
              </p14:nvContentPartPr>
              <p14:xfrm>
                <a:off x="6619260" y="1614060"/>
                <a:ext cx="64800" cy="68040"/>
              </p14:xfrm>
            </p:contentPart>
          </mc:Choice>
          <mc:Fallback xmlns="">
            <p:pic>
              <p:nvPicPr>
                <p:cNvPr id="126" name="インク 125">
                  <a:extLst>
                    <a:ext uri="{FF2B5EF4-FFF2-40B4-BE49-F238E27FC236}">
                      <a16:creationId xmlns:a16="http://schemas.microsoft.com/office/drawing/2014/main" id="{7CB53CD9-C22B-9A47-8353-76EAE171D8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614940" y="1609740"/>
                  <a:ext cx="7344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グループ化 129">
            <a:extLst>
              <a:ext uri="{FF2B5EF4-FFF2-40B4-BE49-F238E27FC236}">
                <a16:creationId xmlns:a16="http://schemas.microsoft.com/office/drawing/2014/main" id="{D0FED911-5D56-2157-61C6-5B7573986975}"/>
              </a:ext>
            </a:extLst>
          </p:cNvPr>
          <p:cNvGrpSpPr/>
          <p:nvPr/>
        </p:nvGrpSpPr>
        <p:grpSpPr>
          <a:xfrm>
            <a:off x="5529900" y="2376540"/>
            <a:ext cx="371520" cy="342720"/>
            <a:chOff x="5529900" y="2376540"/>
            <a:chExt cx="37152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28" name="インク 127">
                  <a:extLst>
                    <a:ext uri="{FF2B5EF4-FFF2-40B4-BE49-F238E27FC236}">
                      <a16:creationId xmlns:a16="http://schemas.microsoft.com/office/drawing/2014/main" id="{443CA7D1-C0D8-D882-B1BA-BE8AB960AA14}"/>
                    </a:ext>
                  </a:extLst>
                </p14:cNvPr>
                <p14:cNvContentPartPr/>
                <p14:nvPr/>
              </p14:nvContentPartPr>
              <p14:xfrm>
                <a:off x="5529900" y="2376540"/>
                <a:ext cx="155520" cy="342720"/>
              </p14:xfrm>
            </p:contentPart>
          </mc:Choice>
          <mc:Fallback xmlns="">
            <p:pic>
              <p:nvPicPr>
                <p:cNvPr id="128" name="インク 127">
                  <a:extLst>
                    <a:ext uri="{FF2B5EF4-FFF2-40B4-BE49-F238E27FC236}">
                      <a16:creationId xmlns:a16="http://schemas.microsoft.com/office/drawing/2014/main" id="{443CA7D1-C0D8-D882-B1BA-BE8AB960AA1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25580" y="2372220"/>
                  <a:ext cx="1641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29" name="インク 128">
                  <a:extLst>
                    <a:ext uri="{FF2B5EF4-FFF2-40B4-BE49-F238E27FC236}">
                      <a16:creationId xmlns:a16="http://schemas.microsoft.com/office/drawing/2014/main" id="{454D1E0B-0DB6-C088-0B20-8F281BC42037}"/>
                    </a:ext>
                  </a:extLst>
                </p14:cNvPr>
                <p14:cNvContentPartPr/>
                <p14:nvPr/>
              </p14:nvContentPartPr>
              <p14:xfrm>
                <a:off x="5752380" y="2392380"/>
                <a:ext cx="149040" cy="324360"/>
              </p14:xfrm>
            </p:contentPart>
          </mc:Choice>
          <mc:Fallback xmlns="">
            <p:pic>
              <p:nvPicPr>
                <p:cNvPr id="129" name="インク 128">
                  <a:extLst>
                    <a:ext uri="{FF2B5EF4-FFF2-40B4-BE49-F238E27FC236}">
                      <a16:creationId xmlns:a16="http://schemas.microsoft.com/office/drawing/2014/main" id="{454D1E0B-0DB6-C088-0B20-8F281BC4203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748060" y="2388060"/>
                  <a:ext cx="157680" cy="33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グループ化 134">
            <a:extLst>
              <a:ext uri="{FF2B5EF4-FFF2-40B4-BE49-F238E27FC236}">
                <a16:creationId xmlns:a16="http://schemas.microsoft.com/office/drawing/2014/main" id="{96899FB4-27D5-2F4E-DD98-54ED433F22BA}"/>
              </a:ext>
            </a:extLst>
          </p:cNvPr>
          <p:cNvGrpSpPr/>
          <p:nvPr/>
        </p:nvGrpSpPr>
        <p:grpSpPr>
          <a:xfrm>
            <a:off x="4061100" y="3038580"/>
            <a:ext cx="466920" cy="278640"/>
            <a:chOff x="4061100" y="3038580"/>
            <a:chExt cx="46692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32" name="インク 131">
                  <a:extLst>
                    <a:ext uri="{FF2B5EF4-FFF2-40B4-BE49-F238E27FC236}">
                      <a16:creationId xmlns:a16="http://schemas.microsoft.com/office/drawing/2014/main" id="{54C36E86-3E93-23A8-47E2-34A9377C7198}"/>
                    </a:ext>
                  </a:extLst>
                </p14:cNvPr>
                <p14:cNvContentPartPr/>
                <p14:nvPr/>
              </p14:nvContentPartPr>
              <p14:xfrm>
                <a:off x="4061100" y="3038580"/>
                <a:ext cx="261000" cy="278640"/>
              </p14:xfrm>
            </p:contentPart>
          </mc:Choice>
          <mc:Fallback xmlns="">
            <p:pic>
              <p:nvPicPr>
                <p:cNvPr id="132" name="インク 131">
                  <a:extLst>
                    <a:ext uri="{FF2B5EF4-FFF2-40B4-BE49-F238E27FC236}">
                      <a16:creationId xmlns:a16="http://schemas.microsoft.com/office/drawing/2014/main" id="{54C36E86-3E93-23A8-47E2-34A9377C719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056780" y="3034260"/>
                  <a:ext cx="26964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33" name="インク 132">
                  <a:extLst>
                    <a:ext uri="{FF2B5EF4-FFF2-40B4-BE49-F238E27FC236}">
                      <a16:creationId xmlns:a16="http://schemas.microsoft.com/office/drawing/2014/main" id="{FD9A229B-0F9B-F4BD-C679-B8EBBB3A755D}"/>
                    </a:ext>
                  </a:extLst>
                </p14:cNvPr>
                <p14:cNvContentPartPr/>
                <p14:nvPr/>
              </p14:nvContentPartPr>
              <p14:xfrm>
                <a:off x="4389060" y="3162060"/>
                <a:ext cx="138960" cy="360"/>
              </p14:xfrm>
            </p:contentPart>
          </mc:Choice>
          <mc:Fallback xmlns="">
            <p:pic>
              <p:nvPicPr>
                <p:cNvPr id="133" name="インク 132">
                  <a:extLst>
                    <a:ext uri="{FF2B5EF4-FFF2-40B4-BE49-F238E27FC236}">
                      <a16:creationId xmlns:a16="http://schemas.microsoft.com/office/drawing/2014/main" id="{FD9A229B-0F9B-F4BD-C679-B8EBBB3A755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384740" y="3157740"/>
                  <a:ext cx="147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34" name="インク 133">
                  <a:extLst>
                    <a:ext uri="{FF2B5EF4-FFF2-40B4-BE49-F238E27FC236}">
                      <a16:creationId xmlns:a16="http://schemas.microsoft.com/office/drawing/2014/main" id="{B3B9F327-E778-7117-498D-5BAF27E4E6F3}"/>
                    </a:ext>
                  </a:extLst>
                </p14:cNvPr>
                <p14:cNvContentPartPr/>
                <p14:nvPr/>
              </p14:nvContentPartPr>
              <p14:xfrm>
                <a:off x="4381140" y="3222540"/>
                <a:ext cx="113040" cy="16200"/>
              </p14:xfrm>
            </p:contentPart>
          </mc:Choice>
          <mc:Fallback xmlns="">
            <p:pic>
              <p:nvPicPr>
                <p:cNvPr id="134" name="インク 133">
                  <a:extLst>
                    <a:ext uri="{FF2B5EF4-FFF2-40B4-BE49-F238E27FC236}">
                      <a16:creationId xmlns:a16="http://schemas.microsoft.com/office/drawing/2014/main" id="{B3B9F327-E778-7117-498D-5BAF27E4E6F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376820" y="3218220"/>
                  <a:ext cx="1216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グループ化 142">
            <a:extLst>
              <a:ext uri="{FF2B5EF4-FFF2-40B4-BE49-F238E27FC236}">
                <a16:creationId xmlns:a16="http://schemas.microsoft.com/office/drawing/2014/main" id="{BFA6EF18-9135-EFA4-3F20-92D9D732BF87}"/>
              </a:ext>
            </a:extLst>
          </p:cNvPr>
          <p:cNvGrpSpPr/>
          <p:nvPr/>
        </p:nvGrpSpPr>
        <p:grpSpPr>
          <a:xfrm>
            <a:off x="4731780" y="2900340"/>
            <a:ext cx="1270800" cy="369360"/>
            <a:chOff x="4731780" y="2900340"/>
            <a:chExt cx="127080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36" name="インク 135">
                  <a:extLst>
                    <a:ext uri="{FF2B5EF4-FFF2-40B4-BE49-F238E27FC236}">
                      <a16:creationId xmlns:a16="http://schemas.microsoft.com/office/drawing/2014/main" id="{A1776D18-9508-439F-EFDF-B8E290A11A31}"/>
                    </a:ext>
                  </a:extLst>
                </p14:cNvPr>
                <p14:cNvContentPartPr/>
                <p14:nvPr/>
              </p14:nvContentPartPr>
              <p14:xfrm>
                <a:off x="4731780" y="3047580"/>
                <a:ext cx="313920" cy="201600"/>
              </p14:xfrm>
            </p:contentPart>
          </mc:Choice>
          <mc:Fallback xmlns="">
            <p:pic>
              <p:nvPicPr>
                <p:cNvPr id="136" name="インク 135">
                  <a:extLst>
                    <a:ext uri="{FF2B5EF4-FFF2-40B4-BE49-F238E27FC236}">
                      <a16:creationId xmlns:a16="http://schemas.microsoft.com/office/drawing/2014/main" id="{A1776D18-9508-439F-EFDF-B8E290A11A3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727460" y="3043260"/>
                  <a:ext cx="3225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4061F189-6586-2665-D063-114EC59CC23F}"/>
                    </a:ext>
                  </a:extLst>
                </p14:cNvPr>
                <p14:cNvContentPartPr/>
                <p14:nvPr/>
              </p14:nvContentPartPr>
              <p14:xfrm>
                <a:off x="5124540" y="3067380"/>
                <a:ext cx="123120" cy="20232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4061F189-6586-2665-D063-114EC59CC23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120220" y="3063060"/>
                  <a:ext cx="131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28F36975-74E3-39DC-AFA5-DBBDA5A017B3}"/>
                    </a:ext>
                  </a:extLst>
                </p14:cNvPr>
                <p14:cNvContentPartPr/>
                <p14:nvPr/>
              </p14:nvContentPartPr>
              <p14:xfrm>
                <a:off x="5323620" y="3019500"/>
                <a:ext cx="141840" cy="19944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28F36975-74E3-39DC-AFA5-DBBDA5A017B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19300" y="3015180"/>
                  <a:ext cx="1504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D3C33AC8-472C-C598-77B6-DFC1AF0A1C94}"/>
                    </a:ext>
                  </a:extLst>
                </p14:cNvPr>
                <p14:cNvContentPartPr/>
                <p14:nvPr/>
              </p14:nvContentPartPr>
              <p14:xfrm>
                <a:off x="5529180" y="3022740"/>
                <a:ext cx="133920" cy="20304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D3C33AC8-472C-C598-77B6-DFC1AF0A1C9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524860" y="3018420"/>
                  <a:ext cx="1425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19F5A832-2541-4350-4F7D-E665E523DAC8}"/>
                    </a:ext>
                  </a:extLst>
                </p14:cNvPr>
                <p14:cNvContentPartPr/>
                <p14:nvPr/>
              </p14:nvContentPartPr>
              <p14:xfrm>
                <a:off x="5790900" y="2900340"/>
                <a:ext cx="211680" cy="31032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19F5A832-2541-4350-4F7D-E665E523DAC8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786580" y="2896020"/>
                  <a:ext cx="22032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42" name="インク 141">
                  <a:extLst>
                    <a:ext uri="{FF2B5EF4-FFF2-40B4-BE49-F238E27FC236}">
                      <a16:creationId xmlns:a16="http://schemas.microsoft.com/office/drawing/2014/main" id="{ECA09AC6-5C79-1C62-7086-C8BB451CA5DE}"/>
                    </a:ext>
                  </a:extLst>
                </p14:cNvPr>
                <p14:cNvContentPartPr/>
                <p14:nvPr/>
              </p14:nvContentPartPr>
              <p14:xfrm>
                <a:off x="5806020" y="3061980"/>
                <a:ext cx="122040" cy="39600"/>
              </p14:xfrm>
            </p:contentPart>
          </mc:Choice>
          <mc:Fallback xmlns="">
            <p:pic>
              <p:nvPicPr>
                <p:cNvPr id="142" name="インク 141">
                  <a:extLst>
                    <a:ext uri="{FF2B5EF4-FFF2-40B4-BE49-F238E27FC236}">
                      <a16:creationId xmlns:a16="http://schemas.microsoft.com/office/drawing/2014/main" id="{ECA09AC6-5C79-1C62-7086-C8BB451CA5D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801700" y="3057660"/>
                  <a:ext cx="130680" cy="48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70" name="直角三角形 369">
            <a:extLst>
              <a:ext uri="{FF2B5EF4-FFF2-40B4-BE49-F238E27FC236}">
                <a16:creationId xmlns:a16="http://schemas.microsoft.com/office/drawing/2014/main" id="{8E204AD7-9AF4-0A53-6D72-321BC580D78A}"/>
              </a:ext>
            </a:extLst>
          </p:cNvPr>
          <p:cNvSpPr/>
          <p:nvPr/>
        </p:nvSpPr>
        <p:spPr>
          <a:xfrm rot="16200000">
            <a:off x="713085" y="4541297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1" name="矢印: 右 370">
            <a:extLst>
              <a:ext uri="{FF2B5EF4-FFF2-40B4-BE49-F238E27FC236}">
                <a16:creationId xmlns:a16="http://schemas.microsoft.com/office/drawing/2014/main" id="{462E02A1-6F3D-338D-669F-A4A22B3AD17D}"/>
              </a:ext>
            </a:extLst>
          </p:cNvPr>
          <p:cNvSpPr/>
          <p:nvPr/>
        </p:nvSpPr>
        <p:spPr>
          <a:xfrm>
            <a:off x="1869803" y="4785066"/>
            <a:ext cx="978408" cy="2168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2" name="直角三角形 371">
            <a:extLst>
              <a:ext uri="{FF2B5EF4-FFF2-40B4-BE49-F238E27FC236}">
                <a16:creationId xmlns:a16="http://schemas.microsoft.com/office/drawing/2014/main" id="{951C9709-8723-9A80-E4DD-41778FE3A06C}"/>
              </a:ext>
            </a:extLst>
          </p:cNvPr>
          <p:cNvSpPr/>
          <p:nvPr/>
        </p:nvSpPr>
        <p:spPr>
          <a:xfrm rot="14112120">
            <a:off x="3039388" y="4378827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373" name="インク 372">
                <a:extLst>
                  <a:ext uri="{FF2B5EF4-FFF2-40B4-BE49-F238E27FC236}">
                    <a16:creationId xmlns:a16="http://schemas.microsoft.com/office/drawing/2014/main" id="{F33A6A33-F473-E452-5A4F-D55282D20BDB}"/>
                  </a:ext>
                </a:extLst>
              </p14:cNvPr>
              <p14:cNvContentPartPr/>
              <p14:nvPr/>
            </p14:nvContentPartPr>
            <p14:xfrm>
              <a:off x="3560091" y="5292350"/>
              <a:ext cx="52920" cy="118800"/>
            </p14:xfrm>
          </p:contentPart>
        </mc:Choice>
        <mc:Fallback xmlns="">
          <p:pic>
            <p:nvPicPr>
              <p:cNvPr id="373" name="インク 372">
                <a:extLst>
                  <a:ext uri="{FF2B5EF4-FFF2-40B4-BE49-F238E27FC236}">
                    <a16:creationId xmlns:a16="http://schemas.microsoft.com/office/drawing/2014/main" id="{F33A6A33-F473-E452-5A4F-D55282D20BDB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551091" y="5283377"/>
                <a:ext cx="70560" cy="136387"/>
              </a:xfrm>
              <a:prstGeom prst="rect">
                <a:avLst/>
              </a:prstGeom>
            </p:spPr>
          </p:pic>
        </mc:Fallback>
      </mc:AlternateContent>
      <p:cxnSp>
        <p:nvCxnSpPr>
          <p:cNvPr id="374" name="直線コネクタ 373">
            <a:extLst>
              <a:ext uri="{FF2B5EF4-FFF2-40B4-BE49-F238E27FC236}">
                <a16:creationId xmlns:a16="http://schemas.microsoft.com/office/drawing/2014/main" id="{270E6747-1936-B261-1BC3-E29027EB50C7}"/>
              </a:ext>
            </a:extLst>
          </p:cNvPr>
          <p:cNvCxnSpPr>
            <a:cxnSpLocks/>
          </p:cNvCxnSpPr>
          <p:nvPr/>
        </p:nvCxnSpPr>
        <p:spPr>
          <a:xfrm flipV="1">
            <a:off x="666003" y="5404800"/>
            <a:ext cx="3624518" cy="6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5" name="グループ化 374">
            <a:extLst>
              <a:ext uri="{FF2B5EF4-FFF2-40B4-BE49-F238E27FC236}">
                <a16:creationId xmlns:a16="http://schemas.microsoft.com/office/drawing/2014/main" id="{C3F12AD0-116F-F2F3-BC2A-09EE9170398A}"/>
              </a:ext>
            </a:extLst>
          </p:cNvPr>
          <p:cNvGrpSpPr/>
          <p:nvPr/>
        </p:nvGrpSpPr>
        <p:grpSpPr>
          <a:xfrm>
            <a:off x="3726298" y="5158003"/>
            <a:ext cx="209160" cy="217440"/>
            <a:chOff x="3671227" y="4447043"/>
            <a:chExt cx="209160" cy="21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376" name="インク 375">
                  <a:extLst>
                    <a:ext uri="{FF2B5EF4-FFF2-40B4-BE49-F238E27FC236}">
                      <a16:creationId xmlns:a16="http://schemas.microsoft.com/office/drawing/2014/main" id="{B49970B6-7F83-9F5D-07C0-0DAE32EBA454}"/>
                    </a:ext>
                  </a:extLst>
                </p14:cNvPr>
                <p14:cNvContentPartPr/>
                <p14:nvPr/>
              </p14:nvContentPartPr>
              <p14:xfrm>
                <a:off x="3671227" y="4528763"/>
                <a:ext cx="64800" cy="13572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DAF5EBAA-0A12-B198-4AB2-0A3A1154851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666907" y="4524443"/>
                  <a:ext cx="734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77" name="インク 376">
                  <a:extLst>
                    <a:ext uri="{FF2B5EF4-FFF2-40B4-BE49-F238E27FC236}">
                      <a16:creationId xmlns:a16="http://schemas.microsoft.com/office/drawing/2014/main" id="{1F2777C3-7EA0-5F7C-4EF9-F1DAE7C41E44}"/>
                    </a:ext>
                  </a:extLst>
                </p14:cNvPr>
                <p14:cNvContentPartPr/>
                <p14:nvPr/>
              </p14:nvContentPartPr>
              <p14:xfrm>
                <a:off x="3798307" y="4537763"/>
                <a:ext cx="82080" cy="108000"/>
              </p14:xfrm>
            </p:contentPart>
          </mc:Choice>
          <mc:Fallback xmlns="">
            <p:pic>
              <p:nvPicPr>
                <p:cNvPr id="17" name="インク 16">
                  <a:extLst>
                    <a:ext uri="{FF2B5EF4-FFF2-40B4-BE49-F238E27FC236}">
                      <a16:creationId xmlns:a16="http://schemas.microsoft.com/office/drawing/2014/main" id="{50E9270F-597F-4C11-B177-50D279E3D8B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793987" y="4533443"/>
                  <a:ext cx="907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78" name="インク 377">
                  <a:extLst>
                    <a:ext uri="{FF2B5EF4-FFF2-40B4-BE49-F238E27FC236}">
                      <a16:creationId xmlns:a16="http://schemas.microsoft.com/office/drawing/2014/main" id="{0420DCD1-1E18-058B-C2CF-B9C08E42DD47}"/>
                    </a:ext>
                  </a:extLst>
                </p14:cNvPr>
                <p14:cNvContentPartPr/>
                <p14:nvPr/>
              </p14:nvContentPartPr>
              <p14:xfrm>
                <a:off x="3818467" y="4447043"/>
                <a:ext cx="58320" cy="59040"/>
              </p14:xfrm>
            </p:contentPart>
          </mc:Choice>
          <mc:Fallback xmlns=""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CE85614E-28F8-5481-E613-405048B78E3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14147" y="4442723"/>
                  <a:ext cx="6696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379" name="インク 378">
                <a:extLst>
                  <a:ext uri="{FF2B5EF4-FFF2-40B4-BE49-F238E27FC236}">
                    <a16:creationId xmlns:a16="http://schemas.microsoft.com/office/drawing/2014/main" id="{545B9199-4861-13A7-12B9-D0C06BEF4733}"/>
                  </a:ext>
                </a:extLst>
              </p14:cNvPr>
              <p14:cNvContentPartPr/>
              <p14:nvPr/>
            </p14:nvContentPartPr>
            <p14:xfrm>
              <a:off x="578691" y="5256920"/>
              <a:ext cx="155880" cy="88920"/>
            </p14:xfrm>
          </p:contentPart>
        </mc:Choice>
        <mc:Fallback xmlns="">
          <p:pic>
            <p:nvPicPr>
              <p:cNvPr id="379" name="インク 378">
                <a:extLst>
                  <a:ext uri="{FF2B5EF4-FFF2-40B4-BE49-F238E27FC236}">
                    <a16:creationId xmlns:a16="http://schemas.microsoft.com/office/drawing/2014/main" id="{545B9199-4861-13A7-12B9-D0C06BEF473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574371" y="5252600"/>
                <a:ext cx="1645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380" name="インク 379">
                <a:extLst>
                  <a:ext uri="{FF2B5EF4-FFF2-40B4-BE49-F238E27FC236}">
                    <a16:creationId xmlns:a16="http://schemas.microsoft.com/office/drawing/2014/main" id="{7BCBF0E9-4D55-0B3B-6189-D1ED7A28C148}"/>
                  </a:ext>
                </a:extLst>
              </p14:cNvPr>
              <p14:cNvContentPartPr/>
              <p14:nvPr/>
            </p14:nvContentPartPr>
            <p14:xfrm>
              <a:off x="1564731" y="4238840"/>
              <a:ext cx="145800" cy="259920"/>
            </p14:xfrm>
          </p:contentPart>
        </mc:Choice>
        <mc:Fallback xmlns="">
          <p:pic>
            <p:nvPicPr>
              <p:cNvPr id="380" name="インク 379">
                <a:extLst>
                  <a:ext uri="{FF2B5EF4-FFF2-40B4-BE49-F238E27FC236}">
                    <a16:creationId xmlns:a16="http://schemas.microsoft.com/office/drawing/2014/main" id="{7BCBF0E9-4D55-0B3B-6189-D1ED7A28C14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560411" y="4234526"/>
                <a:ext cx="154440" cy="268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381" name="インク 380">
                <a:extLst>
                  <a:ext uri="{FF2B5EF4-FFF2-40B4-BE49-F238E27FC236}">
                    <a16:creationId xmlns:a16="http://schemas.microsoft.com/office/drawing/2014/main" id="{B9F24BB8-0785-C0FF-58C3-834EE4A832A1}"/>
                  </a:ext>
                </a:extLst>
              </p14:cNvPr>
              <p14:cNvContentPartPr/>
              <p14:nvPr/>
            </p14:nvContentPartPr>
            <p14:xfrm>
              <a:off x="1661571" y="5286440"/>
              <a:ext cx="102240" cy="151560"/>
            </p14:xfrm>
          </p:contentPart>
        </mc:Choice>
        <mc:Fallback xmlns="">
          <p:pic>
            <p:nvPicPr>
              <p:cNvPr id="381" name="インク 380">
                <a:extLst>
                  <a:ext uri="{FF2B5EF4-FFF2-40B4-BE49-F238E27FC236}">
                    <a16:creationId xmlns:a16="http://schemas.microsoft.com/office/drawing/2014/main" id="{B9F24BB8-0785-C0FF-58C3-834EE4A832A1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657251" y="5282120"/>
                <a:ext cx="110880" cy="160200"/>
              </a:xfrm>
              <a:prstGeom prst="rect">
                <a:avLst/>
              </a:prstGeom>
            </p:spPr>
          </p:pic>
        </mc:Fallback>
      </mc:AlternateContent>
      <p:sp>
        <p:nvSpPr>
          <p:cNvPr id="382" name="object 38">
            <a:extLst>
              <a:ext uri="{FF2B5EF4-FFF2-40B4-BE49-F238E27FC236}">
                <a16:creationId xmlns:a16="http://schemas.microsoft.com/office/drawing/2014/main" id="{348BA61F-7423-F18C-4F6B-C3E42D04C6F8}"/>
              </a:ext>
            </a:extLst>
          </p:cNvPr>
          <p:cNvSpPr txBox="1"/>
          <p:nvPr/>
        </p:nvSpPr>
        <p:spPr>
          <a:xfrm>
            <a:off x="656631" y="3724605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</a:t>
            </a:r>
            <a:r>
              <a:rPr lang="ja-JP" altLang="en-US" sz="1200" spc="-25" dirty="0">
                <a:latin typeface="ＭＳ ゴシック"/>
                <a:cs typeface="ＭＳ ゴシック"/>
              </a:rPr>
              <a:t>４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383" name="テキスト ボックス 382">
            <a:extLst>
              <a:ext uri="{FF2B5EF4-FFF2-40B4-BE49-F238E27FC236}">
                <a16:creationId xmlns:a16="http://schemas.microsoft.com/office/drawing/2014/main" id="{DBFFE249-3A23-497E-1528-2FCC7D116595}"/>
              </a:ext>
            </a:extLst>
          </p:cNvPr>
          <p:cNvSpPr txBox="1"/>
          <p:nvPr/>
        </p:nvSpPr>
        <p:spPr>
          <a:xfrm>
            <a:off x="1174599" y="6102171"/>
            <a:ext cx="2474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a(0,0),c(1,0),b(1,1)</a:t>
            </a:r>
          </a:p>
          <a:p>
            <a:r>
              <a:rPr kumimoji="1" lang="ja-JP" altLang="en-US" sz="1400" dirty="0"/>
              <a:t>の三角形を</a:t>
            </a:r>
            <a:r>
              <a:rPr kumimoji="1" lang="en-US" altLang="ja-JP" sz="1400" dirty="0"/>
              <a:t>a</a:t>
            </a:r>
            <a:r>
              <a:rPr kumimoji="1" lang="ja-JP" altLang="en-US" sz="1400" dirty="0"/>
              <a:t>を基準点として</a:t>
            </a:r>
            <a:r>
              <a:rPr kumimoji="1" lang="en-US" altLang="ja-JP" sz="1400" dirty="0"/>
              <a:t>30°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r>
              <a:rPr kumimoji="1" lang="en-US" altLang="ja-JP" sz="1400" dirty="0" err="1"/>
              <a:t>a,b,c</a:t>
            </a:r>
            <a:r>
              <a:rPr kumimoji="1" lang="ja-JP" altLang="en-US" sz="1400" dirty="0"/>
              <a:t>の座標を求めよ。</a:t>
            </a:r>
          </a:p>
        </p:txBody>
      </p:sp>
      <p:sp>
        <p:nvSpPr>
          <p:cNvPr id="384" name="object 55">
            <a:extLst>
              <a:ext uri="{FF2B5EF4-FFF2-40B4-BE49-F238E27FC236}">
                <a16:creationId xmlns:a16="http://schemas.microsoft.com/office/drawing/2014/main" id="{05824ACB-0805-4A6B-4403-8B7BB128BE9F}"/>
              </a:ext>
            </a:extLst>
          </p:cNvPr>
          <p:cNvSpPr/>
          <p:nvPr/>
        </p:nvSpPr>
        <p:spPr>
          <a:xfrm>
            <a:off x="545909" y="3572308"/>
            <a:ext cx="6376035" cy="4152783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385" name="インク 384">
                <a:extLst>
                  <a:ext uri="{FF2B5EF4-FFF2-40B4-BE49-F238E27FC236}">
                    <a16:creationId xmlns:a16="http://schemas.microsoft.com/office/drawing/2014/main" id="{98A3D994-4537-8062-DEA6-3861B1DD8626}"/>
                  </a:ext>
                </a:extLst>
              </p14:cNvPr>
              <p14:cNvContentPartPr/>
              <p14:nvPr/>
            </p14:nvContentPartPr>
            <p14:xfrm>
              <a:off x="3540960" y="3907412"/>
              <a:ext cx="135360" cy="250200"/>
            </p14:xfrm>
          </p:contentPart>
        </mc:Choice>
        <mc:Fallback xmlns="">
          <p:pic>
            <p:nvPicPr>
              <p:cNvPr id="385" name="インク 384">
                <a:extLst>
                  <a:ext uri="{FF2B5EF4-FFF2-40B4-BE49-F238E27FC236}">
                    <a16:creationId xmlns:a16="http://schemas.microsoft.com/office/drawing/2014/main" id="{98A3D994-4537-8062-DEA6-3861B1DD8626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536640" y="3903086"/>
                <a:ext cx="144000" cy="258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386" name="インク 385">
                <a:extLst>
                  <a:ext uri="{FF2B5EF4-FFF2-40B4-BE49-F238E27FC236}">
                    <a16:creationId xmlns:a16="http://schemas.microsoft.com/office/drawing/2014/main" id="{CF553D48-DA7F-507E-0925-1D30975CA7EB}"/>
                  </a:ext>
                </a:extLst>
              </p14:cNvPr>
              <p14:cNvContentPartPr/>
              <p14:nvPr/>
            </p14:nvContentPartPr>
            <p14:xfrm>
              <a:off x="3149280" y="5431292"/>
              <a:ext cx="340560" cy="193320"/>
            </p14:xfrm>
          </p:contentPart>
        </mc:Choice>
        <mc:Fallback xmlns="">
          <p:pic>
            <p:nvPicPr>
              <p:cNvPr id="386" name="インク 385">
                <a:extLst>
                  <a:ext uri="{FF2B5EF4-FFF2-40B4-BE49-F238E27FC236}">
                    <a16:creationId xmlns:a16="http://schemas.microsoft.com/office/drawing/2014/main" id="{CF553D48-DA7F-507E-0925-1D30975CA7EB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3144960" y="5426972"/>
                <a:ext cx="3492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387" name="インク 386">
                <a:extLst>
                  <a:ext uri="{FF2B5EF4-FFF2-40B4-BE49-F238E27FC236}">
                    <a16:creationId xmlns:a16="http://schemas.microsoft.com/office/drawing/2014/main" id="{B0C16BDD-6A7A-11C4-34C3-8F35321CC757}"/>
                  </a:ext>
                </a:extLst>
              </p14:cNvPr>
              <p14:cNvContentPartPr/>
              <p14:nvPr/>
            </p14:nvContentPartPr>
            <p14:xfrm>
              <a:off x="4140720" y="4841972"/>
              <a:ext cx="87480" cy="203040"/>
            </p14:xfrm>
          </p:contentPart>
        </mc:Choice>
        <mc:Fallback xmlns="">
          <p:pic>
            <p:nvPicPr>
              <p:cNvPr id="387" name="インク 386">
                <a:extLst>
                  <a:ext uri="{FF2B5EF4-FFF2-40B4-BE49-F238E27FC236}">
                    <a16:creationId xmlns:a16="http://schemas.microsoft.com/office/drawing/2014/main" id="{B0C16BDD-6A7A-11C4-34C3-8F35321CC75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136400" y="4837660"/>
                <a:ext cx="96120" cy="211665"/>
              </a:xfrm>
              <a:prstGeom prst="rect">
                <a:avLst/>
              </a:prstGeom>
            </p:spPr>
          </p:pic>
        </mc:Fallback>
      </mc:AlternateContent>
      <p:sp>
        <p:nvSpPr>
          <p:cNvPr id="388" name="直角三角形 387">
            <a:extLst>
              <a:ext uri="{FF2B5EF4-FFF2-40B4-BE49-F238E27FC236}">
                <a16:creationId xmlns:a16="http://schemas.microsoft.com/office/drawing/2014/main" id="{93FBB094-89BF-36A9-430D-2D6505DBF730}"/>
              </a:ext>
            </a:extLst>
          </p:cNvPr>
          <p:cNvSpPr/>
          <p:nvPr/>
        </p:nvSpPr>
        <p:spPr>
          <a:xfrm rot="16200000">
            <a:off x="941315" y="8172182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389" name="インク 388">
                <a:extLst>
                  <a:ext uri="{FF2B5EF4-FFF2-40B4-BE49-F238E27FC236}">
                    <a16:creationId xmlns:a16="http://schemas.microsoft.com/office/drawing/2014/main" id="{D878EFFB-15C0-0974-FE8D-3406F4D683BB}"/>
                  </a:ext>
                </a:extLst>
              </p14:cNvPr>
              <p14:cNvContentPartPr/>
              <p14:nvPr/>
            </p14:nvContentPartPr>
            <p14:xfrm>
              <a:off x="806921" y="8887805"/>
              <a:ext cx="155880" cy="88920"/>
            </p14:xfrm>
          </p:contentPart>
        </mc:Choice>
        <mc:Fallback xmlns="">
          <p:pic>
            <p:nvPicPr>
              <p:cNvPr id="389" name="インク 388">
                <a:extLst>
                  <a:ext uri="{FF2B5EF4-FFF2-40B4-BE49-F238E27FC236}">
                    <a16:creationId xmlns:a16="http://schemas.microsoft.com/office/drawing/2014/main" id="{D878EFFB-15C0-0974-FE8D-3406F4D683BB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802601" y="8883485"/>
                <a:ext cx="1645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90" name="インク 389">
                <a:extLst>
                  <a:ext uri="{FF2B5EF4-FFF2-40B4-BE49-F238E27FC236}">
                    <a16:creationId xmlns:a16="http://schemas.microsoft.com/office/drawing/2014/main" id="{B80ED0B3-2095-7B55-E1A5-2022A8041D83}"/>
                  </a:ext>
                </a:extLst>
              </p14:cNvPr>
              <p14:cNvContentPartPr/>
              <p14:nvPr/>
            </p14:nvContentPartPr>
            <p14:xfrm>
              <a:off x="1792961" y="7869725"/>
              <a:ext cx="145800" cy="259920"/>
            </p14:xfrm>
          </p:contentPart>
        </mc:Choice>
        <mc:Fallback xmlns="">
          <p:pic>
            <p:nvPicPr>
              <p:cNvPr id="390" name="インク 389">
                <a:extLst>
                  <a:ext uri="{FF2B5EF4-FFF2-40B4-BE49-F238E27FC236}">
                    <a16:creationId xmlns:a16="http://schemas.microsoft.com/office/drawing/2014/main" id="{B80ED0B3-2095-7B55-E1A5-2022A8041D8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788641" y="7865411"/>
                <a:ext cx="154440" cy="268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391" name="インク 390">
                <a:extLst>
                  <a:ext uri="{FF2B5EF4-FFF2-40B4-BE49-F238E27FC236}">
                    <a16:creationId xmlns:a16="http://schemas.microsoft.com/office/drawing/2014/main" id="{AC6A35F3-04B0-C6EF-A688-35491F1343B8}"/>
                  </a:ext>
                </a:extLst>
              </p14:cNvPr>
              <p14:cNvContentPartPr/>
              <p14:nvPr/>
            </p14:nvContentPartPr>
            <p14:xfrm>
              <a:off x="1889801" y="8917325"/>
              <a:ext cx="102240" cy="151560"/>
            </p14:xfrm>
          </p:contentPart>
        </mc:Choice>
        <mc:Fallback xmlns="">
          <p:pic>
            <p:nvPicPr>
              <p:cNvPr id="391" name="インク 390">
                <a:extLst>
                  <a:ext uri="{FF2B5EF4-FFF2-40B4-BE49-F238E27FC236}">
                    <a16:creationId xmlns:a16="http://schemas.microsoft.com/office/drawing/2014/main" id="{AC6A35F3-04B0-C6EF-A688-35491F1343B8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885481" y="8913005"/>
                <a:ext cx="110880" cy="160200"/>
              </a:xfrm>
              <a:prstGeom prst="rect">
                <a:avLst/>
              </a:prstGeom>
            </p:spPr>
          </p:pic>
        </mc:Fallback>
      </mc:AlternateContent>
      <p:sp>
        <p:nvSpPr>
          <p:cNvPr id="392" name="object 38">
            <a:extLst>
              <a:ext uri="{FF2B5EF4-FFF2-40B4-BE49-F238E27FC236}">
                <a16:creationId xmlns:a16="http://schemas.microsoft.com/office/drawing/2014/main" id="{7172C8F6-69D4-7D2C-38AB-954A9E2105E1}"/>
              </a:ext>
            </a:extLst>
          </p:cNvPr>
          <p:cNvSpPr txBox="1"/>
          <p:nvPr/>
        </p:nvSpPr>
        <p:spPr>
          <a:xfrm>
            <a:off x="728968" y="7905108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>
              <a:lnSpc>
                <a:spcPct val="100000"/>
              </a:lnSpc>
              <a:spcBef>
                <a:spcPts val="35"/>
              </a:spcBef>
            </a:pPr>
            <a:r>
              <a:rPr sz="1200" spc="-25" dirty="0">
                <a:latin typeface="ＭＳ ゴシック"/>
                <a:cs typeface="ＭＳ ゴシック"/>
              </a:rPr>
              <a:t>１</a:t>
            </a:r>
            <a:r>
              <a:rPr lang="ja-JP" altLang="en-US" sz="1200" spc="-25" dirty="0">
                <a:latin typeface="ＭＳ ゴシック"/>
                <a:cs typeface="ＭＳ ゴシック"/>
              </a:rPr>
              <a:t>５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393" name="テキスト ボックス 392">
            <a:extLst>
              <a:ext uri="{FF2B5EF4-FFF2-40B4-BE49-F238E27FC236}">
                <a16:creationId xmlns:a16="http://schemas.microsoft.com/office/drawing/2014/main" id="{1967390D-7466-5188-20EC-C3D772EF65D0}"/>
              </a:ext>
            </a:extLst>
          </p:cNvPr>
          <p:cNvSpPr txBox="1"/>
          <p:nvPr/>
        </p:nvSpPr>
        <p:spPr>
          <a:xfrm>
            <a:off x="3998784" y="8032150"/>
            <a:ext cx="2474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a(-1,-1),c(1,-1),b(1,1)</a:t>
            </a:r>
          </a:p>
          <a:p>
            <a:r>
              <a:rPr kumimoji="1" lang="ja-JP" altLang="en-US" sz="1400" dirty="0"/>
              <a:t>の三角形を原点を基準点として</a:t>
            </a:r>
            <a:r>
              <a:rPr kumimoji="1" lang="en-US" altLang="ja-JP" sz="1400" dirty="0"/>
              <a:t>45°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r>
              <a:rPr kumimoji="1" lang="en-US" altLang="ja-JP" sz="1400" dirty="0" err="1"/>
              <a:t>a,b,c</a:t>
            </a:r>
            <a:r>
              <a:rPr kumimoji="1" lang="ja-JP" altLang="en-US" sz="1400" dirty="0"/>
              <a:t>の座標を求めよ。</a:t>
            </a:r>
          </a:p>
        </p:txBody>
      </p:sp>
      <p:sp>
        <p:nvSpPr>
          <p:cNvPr id="394" name="object 55">
            <a:extLst>
              <a:ext uri="{FF2B5EF4-FFF2-40B4-BE49-F238E27FC236}">
                <a16:creationId xmlns:a16="http://schemas.microsoft.com/office/drawing/2014/main" id="{0DB516EA-29C0-BDC4-B1C9-9050D04AF77F}"/>
              </a:ext>
            </a:extLst>
          </p:cNvPr>
          <p:cNvSpPr/>
          <p:nvPr/>
        </p:nvSpPr>
        <p:spPr>
          <a:xfrm>
            <a:off x="545909" y="7785101"/>
            <a:ext cx="6376035" cy="2209800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95" name="インク 394">
                <a:extLst>
                  <a:ext uri="{FF2B5EF4-FFF2-40B4-BE49-F238E27FC236}">
                    <a16:creationId xmlns:a16="http://schemas.microsoft.com/office/drawing/2014/main" id="{FD07B723-F70A-6F8A-8D1F-AF3E12503931}"/>
                  </a:ext>
                </a:extLst>
              </p14:cNvPr>
              <p14:cNvContentPartPr/>
              <p14:nvPr/>
            </p14:nvContentPartPr>
            <p14:xfrm>
              <a:off x="4312740" y="8869140"/>
              <a:ext cx="360" cy="360"/>
            </p14:xfrm>
          </p:contentPart>
        </mc:Choice>
        <mc:Fallback xmlns="">
          <p:pic>
            <p:nvPicPr>
              <p:cNvPr id="395" name="インク 394">
                <a:extLst>
                  <a:ext uri="{FF2B5EF4-FFF2-40B4-BE49-F238E27FC236}">
                    <a16:creationId xmlns:a16="http://schemas.microsoft.com/office/drawing/2014/main" id="{FD07B723-F70A-6F8A-8D1F-AF3E12503931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308420" y="886482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96" name="インク 395">
                <a:extLst>
                  <a:ext uri="{FF2B5EF4-FFF2-40B4-BE49-F238E27FC236}">
                    <a16:creationId xmlns:a16="http://schemas.microsoft.com/office/drawing/2014/main" id="{DC1EE954-CE20-93F6-EF93-F36E81F2A19D}"/>
                  </a:ext>
                </a:extLst>
              </p14:cNvPr>
              <p14:cNvContentPartPr/>
              <p14:nvPr/>
            </p14:nvContentPartPr>
            <p14:xfrm>
              <a:off x="2780940" y="8892180"/>
              <a:ext cx="14040" cy="360"/>
            </p14:xfrm>
          </p:contentPart>
        </mc:Choice>
        <mc:Fallback xmlns="">
          <p:pic>
            <p:nvPicPr>
              <p:cNvPr id="396" name="インク 395">
                <a:extLst>
                  <a:ext uri="{FF2B5EF4-FFF2-40B4-BE49-F238E27FC236}">
                    <a16:creationId xmlns:a16="http://schemas.microsoft.com/office/drawing/2014/main" id="{DC1EE954-CE20-93F6-EF93-F36E81F2A19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776620" y="8887860"/>
                <a:ext cx="226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416" name="インク 415">
                <a:extLst>
                  <a:ext uri="{FF2B5EF4-FFF2-40B4-BE49-F238E27FC236}">
                    <a16:creationId xmlns:a16="http://schemas.microsoft.com/office/drawing/2014/main" id="{5B14FCC4-8898-F560-2B99-CF93DDD1C84C}"/>
                  </a:ext>
                </a:extLst>
              </p14:cNvPr>
              <p14:cNvContentPartPr/>
              <p14:nvPr/>
            </p14:nvContentPartPr>
            <p14:xfrm>
              <a:off x="5340900" y="9136020"/>
              <a:ext cx="198360" cy="299160"/>
            </p14:xfrm>
          </p:contentPart>
        </mc:Choice>
        <mc:Fallback xmlns="">
          <p:pic>
            <p:nvPicPr>
              <p:cNvPr id="416" name="インク 415">
                <a:extLst>
                  <a:ext uri="{FF2B5EF4-FFF2-40B4-BE49-F238E27FC236}">
                    <a16:creationId xmlns:a16="http://schemas.microsoft.com/office/drawing/2014/main" id="{5B14FCC4-8898-F560-2B99-CF93DDD1C84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336580" y="9131700"/>
                <a:ext cx="207000" cy="30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2" name="グループ化 421">
            <a:extLst>
              <a:ext uri="{FF2B5EF4-FFF2-40B4-BE49-F238E27FC236}">
                <a16:creationId xmlns:a16="http://schemas.microsoft.com/office/drawing/2014/main" id="{F1476D2B-61C1-B12D-CA73-645BCF5E561F}"/>
              </a:ext>
            </a:extLst>
          </p:cNvPr>
          <p:cNvGrpSpPr/>
          <p:nvPr/>
        </p:nvGrpSpPr>
        <p:grpSpPr>
          <a:xfrm>
            <a:off x="5509020" y="9006780"/>
            <a:ext cx="915480" cy="433080"/>
            <a:chOff x="5509020" y="9006780"/>
            <a:chExt cx="91548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17" name="インク 416">
                  <a:extLst>
                    <a:ext uri="{FF2B5EF4-FFF2-40B4-BE49-F238E27FC236}">
                      <a16:creationId xmlns:a16="http://schemas.microsoft.com/office/drawing/2014/main" id="{CEB32C68-1973-3AD6-87A7-B19C19DC5A0D}"/>
                    </a:ext>
                  </a:extLst>
                </p14:cNvPr>
                <p14:cNvContentPartPr/>
                <p14:nvPr/>
              </p14:nvContentPartPr>
              <p14:xfrm>
                <a:off x="5509020" y="9129540"/>
                <a:ext cx="259200" cy="303840"/>
              </p14:xfrm>
            </p:contentPart>
          </mc:Choice>
          <mc:Fallback xmlns="">
            <p:pic>
              <p:nvPicPr>
                <p:cNvPr id="417" name="インク 416">
                  <a:extLst>
                    <a:ext uri="{FF2B5EF4-FFF2-40B4-BE49-F238E27FC236}">
                      <a16:creationId xmlns:a16="http://schemas.microsoft.com/office/drawing/2014/main" id="{CEB32C68-1973-3AD6-87A7-B19C19DC5A0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04700" y="9125220"/>
                  <a:ext cx="26784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18" name="インク 417">
                  <a:extLst>
                    <a:ext uri="{FF2B5EF4-FFF2-40B4-BE49-F238E27FC236}">
                      <a16:creationId xmlns:a16="http://schemas.microsoft.com/office/drawing/2014/main" id="{06BBBA80-472A-EED8-9C4E-1C184C124062}"/>
                    </a:ext>
                  </a:extLst>
                </p14:cNvPr>
                <p14:cNvContentPartPr/>
                <p14:nvPr/>
              </p14:nvContentPartPr>
              <p14:xfrm>
                <a:off x="5699100" y="9218820"/>
                <a:ext cx="115560" cy="139320"/>
              </p14:xfrm>
            </p:contentPart>
          </mc:Choice>
          <mc:Fallback xmlns="">
            <p:pic>
              <p:nvPicPr>
                <p:cNvPr id="418" name="インク 417">
                  <a:extLst>
                    <a:ext uri="{FF2B5EF4-FFF2-40B4-BE49-F238E27FC236}">
                      <a16:creationId xmlns:a16="http://schemas.microsoft.com/office/drawing/2014/main" id="{06BBBA80-472A-EED8-9C4E-1C184C12406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694780" y="9214500"/>
                  <a:ext cx="124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19" name="インク 418">
                  <a:extLst>
                    <a:ext uri="{FF2B5EF4-FFF2-40B4-BE49-F238E27FC236}">
                      <a16:creationId xmlns:a16="http://schemas.microsoft.com/office/drawing/2014/main" id="{62A773BF-1BBB-1BE2-EA73-722B9EA7EE06}"/>
                    </a:ext>
                  </a:extLst>
                </p14:cNvPr>
                <p14:cNvContentPartPr/>
                <p14:nvPr/>
              </p14:nvContentPartPr>
              <p14:xfrm>
                <a:off x="5852100" y="9308100"/>
                <a:ext cx="88200" cy="131760"/>
              </p14:xfrm>
            </p:contentPart>
          </mc:Choice>
          <mc:Fallback xmlns="">
            <p:pic>
              <p:nvPicPr>
                <p:cNvPr id="419" name="インク 418">
                  <a:extLst>
                    <a:ext uri="{FF2B5EF4-FFF2-40B4-BE49-F238E27FC236}">
                      <a16:creationId xmlns:a16="http://schemas.microsoft.com/office/drawing/2014/main" id="{62A773BF-1BBB-1BE2-EA73-722B9EA7EE0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47780" y="9303780"/>
                  <a:ext cx="9684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20" name="インク 419">
                  <a:extLst>
                    <a:ext uri="{FF2B5EF4-FFF2-40B4-BE49-F238E27FC236}">
                      <a16:creationId xmlns:a16="http://schemas.microsoft.com/office/drawing/2014/main" id="{47FB25B3-306D-1537-A7DA-0A80134C6F05}"/>
                    </a:ext>
                  </a:extLst>
                </p14:cNvPr>
                <p14:cNvContentPartPr/>
                <p14:nvPr/>
              </p14:nvContentPartPr>
              <p14:xfrm>
                <a:off x="6086820" y="9142140"/>
                <a:ext cx="117360" cy="228960"/>
              </p14:xfrm>
            </p:contentPart>
          </mc:Choice>
          <mc:Fallback xmlns="">
            <p:pic>
              <p:nvPicPr>
                <p:cNvPr id="420" name="インク 419">
                  <a:extLst>
                    <a:ext uri="{FF2B5EF4-FFF2-40B4-BE49-F238E27FC236}">
                      <a16:creationId xmlns:a16="http://schemas.microsoft.com/office/drawing/2014/main" id="{47FB25B3-306D-1537-A7DA-0A80134C6F0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082500" y="9137820"/>
                  <a:ext cx="1260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21" name="インク 420">
                  <a:extLst>
                    <a:ext uri="{FF2B5EF4-FFF2-40B4-BE49-F238E27FC236}">
                      <a16:creationId xmlns:a16="http://schemas.microsoft.com/office/drawing/2014/main" id="{81ECD443-1003-574D-73B4-A79FAEF4B883}"/>
                    </a:ext>
                  </a:extLst>
                </p14:cNvPr>
                <p14:cNvContentPartPr/>
                <p14:nvPr/>
              </p14:nvContentPartPr>
              <p14:xfrm>
                <a:off x="6205620" y="9006780"/>
                <a:ext cx="218880" cy="407880"/>
              </p14:xfrm>
            </p:contentPart>
          </mc:Choice>
          <mc:Fallback xmlns="">
            <p:pic>
              <p:nvPicPr>
                <p:cNvPr id="421" name="インク 420">
                  <a:extLst>
                    <a:ext uri="{FF2B5EF4-FFF2-40B4-BE49-F238E27FC236}">
                      <a16:creationId xmlns:a16="http://schemas.microsoft.com/office/drawing/2014/main" id="{81ECD443-1003-574D-73B4-A79FAEF4B88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201300" y="9002460"/>
                  <a:ext cx="227520" cy="41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423" name="インク 422">
                <a:extLst>
                  <a:ext uri="{FF2B5EF4-FFF2-40B4-BE49-F238E27FC236}">
                    <a16:creationId xmlns:a16="http://schemas.microsoft.com/office/drawing/2014/main" id="{176B0A79-C199-97EE-66DB-F02C11F29D54}"/>
                  </a:ext>
                </a:extLst>
              </p14:cNvPr>
              <p14:cNvContentPartPr/>
              <p14:nvPr/>
            </p14:nvContentPartPr>
            <p14:xfrm>
              <a:off x="3250740" y="9769260"/>
              <a:ext cx="117360" cy="183600"/>
            </p14:xfrm>
          </p:contentPart>
        </mc:Choice>
        <mc:Fallback xmlns="">
          <p:pic>
            <p:nvPicPr>
              <p:cNvPr id="423" name="インク 422">
                <a:extLst>
                  <a:ext uri="{FF2B5EF4-FFF2-40B4-BE49-F238E27FC236}">
                    <a16:creationId xmlns:a16="http://schemas.microsoft.com/office/drawing/2014/main" id="{176B0A79-C199-97EE-66DB-F02C11F29D5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3246420" y="9764940"/>
                <a:ext cx="12600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424" name="インク 423">
                <a:extLst>
                  <a:ext uri="{FF2B5EF4-FFF2-40B4-BE49-F238E27FC236}">
                    <a16:creationId xmlns:a16="http://schemas.microsoft.com/office/drawing/2014/main" id="{D609C24F-B42A-2ADF-5D16-91DB1B9B5BA7}"/>
                  </a:ext>
                </a:extLst>
              </p14:cNvPr>
              <p14:cNvContentPartPr/>
              <p14:nvPr/>
            </p14:nvContentPartPr>
            <p14:xfrm>
              <a:off x="3489780" y="9729660"/>
              <a:ext cx="129240" cy="39240"/>
            </p14:xfrm>
          </p:contentPart>
        </mc:Choice>
        <mc:Fallback xmlns="">
          <p:pic>
            <p:nvPicPr>
              <p:cNvPr id="424" name="インク 423">
                <a:extLst>
                  <a:ext uri="{FF2B5EF4-FFF2-40B4-BE49-F238E27FC236}">
                    <a16:creationId xmlns:a16="http://schemas.microsoft.com/office/drawing/2014/main" id="{D609C24F-B42A-2ADF-5D16-91DB1B9B5BA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3485460" y="9725340"/>
                <a:ext cx="13788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425" name="インク 424">
                <a:extLst>
                  <a:ext uri="{FF2B5EF4-FFF2-40B4-BE49-F238E27FC236}">
                    <a16:creationId xmlns:a16="http://schemas.microsoft.com/office/drawing/2014/main" id="{9D5ED479-5118-E462-88F0-26744741124B}"/>
                  </a:ext>
                </a:extLst>
              </p14:cNvPr>
              <p14:cNvContentPartPr/>
              <p14:nvPr/>
            </p14:nvContentPartPr>
            <p14:xfrm>
              <a:off x="3489780" y="9820020"/>
              <a:ext cx="105840" cy="63000"/>
            </p14:xfrm>
          </p:contentPart>
        </mc:Choice>
        <mc:Fallback xmlns="">
          <p:pic>
            <p:nvPicPr>
              <p:cNvPr id="425" name="インク 424">
                <a:extLst>
                  <a:ext uri="{FF2B5EF4-FFF2-40B4-BE49-F238E27FC236}">
                    <a16:creationId xmlns:a16="http://schemas.microsoft.com/office/drawing/2014/main" id="{9D5ED479-5118-E462-88F0-26744741124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485460" y="9815700"/>
                <a:ext cx="11448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426" name="インク 425">
                <a:extLst>
                  <a:ext uri="{FF2B5EF4-FFF2-40B4-BE49-F238E27FC236}">
                    <a16:creationId xmlns:a16="http://schemas.microsoft.com/office/drawing/2014/main" id="{0CF3F66C-CD9D-79AA-6DD2-F0BB62C485FA}"/>
                  </a:ext>
                </a:extLst>
              </p14:cNvPr>
              <p14:cNvContentPartPr/>
              <p14:nvPr/>
            </p14:nvContentPartPr>
            <p14:xfrm>
              <a:off x="3792540" y="9638940"/>
              <a:ext cx="160200" cy="305640"/>
            </p14:xfrm>
          </p:contentPart>
        </mc:Choice>
        <mc:Fallback xmlns="">
          <p:pic>
            <p:nvPicPr>
              <p:cNvPr id="426" name="インク 425">
                <a:extLst>
                  <a:ext uri="{FF2B5EF4-FFF2-40B4-BE49-F238E27FC236}">
                    <a16:creationId xmlns:a16="http://schemas.microsoft.com/office/drawing/2014/main" id="{0CF3F66C-CD9D-79AA-6DD2-F0BB62C485FA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788220" y="9634620"/>
                <a:ext cx="16884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428" name="インク 427">
                <a:extLst>
                  <a:ext uri="{FF2B5EF4-FFF2-40B4-BE49-F238E27FC236}">
                    <a16:creationId xmlns:a16="http://schemas.microsoft.com/office/drawing/2014/main" id="{C5108722-72D9-B1E9-ADE8-E0C483C78ADF}"/>
                  </a:ext>
                </a:extLst>
              </p14:cNvPr>
              <p14:cNvContentPartPr/>
              <p14:nvPr/>
            </p14:nvContentPartPr>
            <p14:xfrm>
              <a:off x="3976500" y="9700140"/>
              <a:ext cx="144360" cy="221040"/>
            </p14:xfrm>
          </p:contentPart>
        </mc:Choice>
        <mc:Fallback xmlns="">
          <p:pic>
            <p:nvPicPr>
              <p:cNvPr id="428" name="インク 427">
                <a:extLst>
                  <a:ext uri="{FF2B5EF4-FFF2-40B4-BE49-F238E27FC236}">
                    <a16:creationId xmlns:a16="http://schemas.microsoft.com/office/drawing/2014/main" id="{C5108722-72D9-B1E9-ADE8-E0C483C78ADF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972180" y="9695820"/>
                <a:ext cx="15300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429" name="インク 428">
                <a:extLst>
                  <a:ext uri="{FF2B5EF4-FFF2-40B4-BE49-F238E27FC236}">
                    <a16:creationId xmlns:a16="http://schemas.microsoft.com/office/drawing/2014/main" id="{7AC61B05-2287-42BA-1BC9-AF09190816F7}"/>
                  </a:ext>
                </a:extLst>
              </p14:cNvPr>
              <p14:cNvContentPartPr/>
              <p14:nvPr/>
            </p14:nvContentPartPr>
            <p14:xfrm>
              <a:off x="4197900" y="9866100"/>
              <a:ext cx="52920" cy="135720"/>
            </p14:xfrm>
          </p:contentPart>
        </mc:Choice>
        <mc:Fallback xmlns="">
          <p:pic>
            <p:nvPicPr>
              <p:cNvPr id="429" name="インク 428">
                <a:extLst>
                  <a:ext uri="{FF2B5EF4-FFF2-40B4-BE49-F238E27FC236}">
                    <a16:creationId xmlns:a16="http://schemas.microsoft.com/office/drawing/2014/main" id="{7AC61B05-2287-42BA-1BC9-AF09190816F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193580" y="9861780"/>
                <a:ext cx="6156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430" name="インク 429">
                <a:extLst>
                  <a:ext uri="{FF2B5EF4-FFF2-40B4-BE49-F238E27FC236}">
                    <a16:creationId xmlns:a16="http://schemas.microsoft.com/office/drawing/2014/main" id="{F50E0AB3-7FA6-B226-3264-84897AC4B149}"/>
                  </a:ext>
                </a:extLst>
              </p14:cNvPr>
              <p14:cNvContentPartPr/>
              <p14:nvPr/>
            </p14:nvContentPartPr>
            <p14:xfrm>
              <a:off x="4434060" y="9650460"/>
              <a:ext cx="474120" cy="298800"/>
            </p14:xfrm>
          </p:contentPart>
        </mc:Choice>
        <mc:Fallback xmlns="">
          <p:pic>
            <p:nvPicPr>
              <p:cNvPr id="430" name="インク 429">
                <a:extLst>
                  <a:ext uri="{FF2B5EF4-FFF2-40B4-BE49-F238E27FC236}">
                    <a16:creationId xmlns:a16="http://schemas.microsoft.com/office/drawing/2014/main" id="{F50E0AB3-7FA6-B226-3264-84897AC4B149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4429740" y="9646140"/>
                <a:ext cx="4827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431" name="インク 430">
                <a:extLst>
                  <a:ext uri="{FF2B5EF4-FFF2-40B4-BE49-F238E27FC236}">
                    <a16:creationId xmlns:a16="http://schemas.microsoft.com/office/drawing/2014/main" id="{D208E2EE-CE31-CBDF-8756-3DAF1D4F8556}"/>
                  </a:ext>
                </a:extLst>
              </p14:cNvPr>
              <p14:cNvContentPartPr/>
              <p14:nvPr/>
            </p14:nvContentPartPr>
            <p14:xfrm>
              <a:off x="4701180" y="9744780"/>
              <a:ext cx="132120" cy="154800"/>
            </p14:xfrm>
          </p:contentPart>
        </mc:Choice>
        <mc:Fallback xmlns="">
          <p:pic>
            <p:nvPicPr>
              <p:cNvPr id="431" name="インク 430">
                <a:extLst>
                  <a:ext uri="{FF2B5EF4-FFF2-40B4-BE49-F238E27FC236}">
                    <a16:creationId xmlns:a16="http://schemas.microsoft.com/office/drawing/2014/main" id="{D208E2EE-CE31-CBDF-8756-3DAF1D4F855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4696860" y="9740460"/>
                <a:ext cx="14076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434" name="インク 433">
                <a:extLst>
                  <a:ext uri="{FF2B5EF4-FFF2-40B4-BE49-F238E27FC236}">
                    <a16:creationId xmlns:a16="http://schemas.microsoft.com/office/drawing/2014/main" id="{C71D7621-D679-1A57-5B0B-5EB8C292C790}"/>
                  </a:ext>
                </a:extLst>
              </p14:cNvPr>
              <p14:cNvContentPartPr/>
              <p14:nvPr/>
            </p14:nvContentPartPr>
            <p14:xfrm>
              <a:off x="4911060" y="9604380"/>
              <a:ext cx="217800" cy="453960"/>
            </p14:xfrm>
          </p:contentPart>
        </mc:Choice>
        <mc:Fallback xmlns="">
          <p:pic>
            <p:nvPicPr>
              <p:cNvPr id="434" name="インク 433">
                <a:extLst>
                  <a:ext uri="{FF2B5EF4-FFF2-40B4-BE49-F238E27FC236}">
                    <a16:creationId xmlns:a16="http://schemas.microsoft.com/office/drawing/2014/main" id="{C71D7621-D679-1A57-5B0B-5EB8C292C79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4906740" y="9600060"/>
                <a:ext cx="226440" cy="46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7" name="グループ化 436">
            <a:extLst>
              <a:ext uri="{FF2B5EF4-FFF2-40B4-BE49-F238E27FC236}">
                <a16:creationId xmlns:a16="http://schemas.microsoft.com/office/drawing/2014/main" id="{26EE8578-11FB-CCD3-CA33-8FCDB615EE53}"/>
              </a:ext>
            </a:extLst>
          </p:cNvPr>
          <p:cNvGrpSpPr/>
          <p:nvPr/>
        </p:nvGrpSpPr>
        <p:grpSpPr>
          <a:xfrm>
            <a:off x="4783260" y="9211620"/>
            <a:ext cx="352440" cy="191520"/>
            <a:chOff x="4783260" y="9211620"/>
            <a:chExt cx="3524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412" name="インク 411">
                  <a:extLst>
                    <a:ext uri="{FF2B5EF4-FFF2-40B4-BE49-F238E27FC236}">
                      <a16:creationId xmlns:a16="http://schemas.microsoft.com/office/drawing/2014/main" id="{F0EE6E6F-0190-907C-FEA1-223E74B7B4FE}"/>
                    </a:ext>
                  </a:extLst>
                </p14:cNvPr>
                <p14:cNvContentPartPr/>
                <p14:nvPr/>
              </p14:nvContentPartPr>
              <p14:xfrm>
                <a:off x="4783260" y="9211620"/>
                <a:ext cx="146880" cy="178920"/>
              </p14:xfrm>
            </p:contentPart>
          </mc:Choice>
          <mc:Fallback xmlns="">
            <p:pic>
              <p:nvPicPr>
                <p:cNvPr id="412" name="インク 411">
                  <a:extLst>
                    <a:ext uri="{FF2B5EF4-FFF2-40B4-BE49-F238E27FC236}">
                      <a16:creationId xmlns:a16="http://schemas.microsoft.com/office/drawing/2014/main" id="{F0EE6E6F-0190-907C-FEA1-223E74B7B4F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78940" y="9207300"/>
                  <a:ext cx="155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413" name="インク 412">
                  <a:extLst>
                    <a:ext uri="{FF2B5EF4-FFF2-40B4-BE49-F238E27FC236}">
                      <a16:creationId xmlns:a16="http://schemas.microsoft.com/office/drawing/2014/main" id="{B448FCEE-7575-1BFF-FCFA-BD11E4B0FCE6}"/>
                    </a:ext>
                  </a:extLst>
                </p14:cNvPr>
                <p14:cNvContentPartPr/>
                <p14:nvPr/>
              </p14:nvContentPartPr>
              <p14:xfrm>
                <a:off x="4967940" y="9239700"/>
                <a:ext cx="108720" cy="41400"/>
              </p14:xfrm>
            </p:contentPart>
          </mc:Choice>
          <mc:Fallback xmlns="">
            <p:pic>
              <p:nvPicPr>
                <p:cNvPr id="413" name="インク 412">
                  <a:extLst>
                    <a:ext uri="{FF2B5EF4-FFF2-40B4-BE49-F238E27FC236}">
                      <a16:creationId xmlns:a16="http://schemas.microsoft.com/office/drawing/2014/main" id="{B448FCEE-7575-1BFF-FCFA-BD11E4B0FCE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963620" y="9235380"/>
                  <a:ext cx="1173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414" name="インク 413">
                  <a:extLst>
                    <a:ext uri="{FF2B5EF4-FFF2-40B4-BE49-F238E27FC236}">
                      <a16:creationId xmlns:a16="http://schemas.microsoft.com/office/drawing/2014/main" id="{140BDEDD-5EE6-51EB-BC13-D8691A2BD9A0}"/>
                    </a:ext>
                  </a:extLst>
                </p14:cNvPr>
                <p14:cNvContentPartPr/>
                <p14:nvPr/>
              </p14:nvContentPartPr>
              <p14:xfrm>
                <a:off x="4967940" y="9333300"/>
                <a:ext cx="167760" cy="46800"/>
              </p14:xfrm>
            </p:contentPart>
          </mc:Choice>
          <mc:Fallback xmlns="">
            <p:pic>
              <p:nvPicPr>
                <p:cNvPr id="414" name="インク 413">
                  <a:extLst>
                    <a:ext uri="{FF2B5EF4-FFF2-40B4-BE49-F238E27FC236}">
                      <a16:creationId xmlns:a16="http://schemas.microsoft.com/office/drawing/2014/main" id="{140BDEDD-5EE6-51EB-BC13-D8691A2BD9A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63620" y="9328980"/>
                  <a:ext cx="176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436" name="インク 435">
                  <a:extLst>
                    <a:ext uri="{FF2B5EF4-FFF2-40B4-BE49-F238E27FC236}">
                      <a16:creationId xmlns:a16="http://schemas.microsoft.com/office/drawing/2014/main" id="{00F20912-FD25-519E-6AB7-39DF2D898A6E}"/>
                    </a:ext>
                  </a:extLst>
                </p14:cNvPr>
                <p14:cNvContentPartPr/>
                <p14:nvPr/>
              </p14:nvContentPartPr>
              <p14:xfrm>
                <a:off x="4808100" y="9377580"/>
                <a:ext cx="93600" cy="25560"/>
              </p14:xfrm>
            </p:contentPart>
          </mc:Choice>
          <mc:Fallback xmlns="">
            <p:pic>
              <p:nvPicPr>
                <p:cNvPr id="436" name="インク 435">
                  <a:extLst>
                    <a:ext uri="{FF2B5EF4-FFF2-40B4-BE49-F238E27FC236}">
                      <a16:creationId xmlns:a16="http://schemas.microsoft.com/office/drawing/2014/main" id="{00F20912-FD25-519E-6AB7-39DF2D898A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03780" y="9373260"/>
                  <a:ext cx="1022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グループ化 438">
            <a:extLst>
              <a:ext uri="{FF2B5EF4-FFF2-40B4-BE49-F238E27FC236}">
                <a16:creationId xmlns:a16="http://schemas.microsoft.com/office/drawing/2014/main" id="{B3C385C4-B224-0022-76A5-12F118E28FF3}"/>
              </a:ext>
            </a:extLst>
          </p:cNvPr>
          <p:cNvGrpSpPr/>
          <p:nvPr/>
        </p:nvGrpSpPr>
        <p:grpSpPr>
          <a:xfrm>
            <a:off x="2870580" y="9080220"/>
            <a:ext cx="1739880" cy="483840"/>
            <a:chOff x="2870580" y="9080220"/>
            <a:chExt cx="173988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97" name="インク 396">
                  <a:extLst>
                    <a:ext uri="{FF2B5EF4-FFF2-40B4-BE49-F238E27FC236}">
                      <a16:creationId xmlns:a16="http://schemas.microsoft.com/office/drawing/2014/main" id="{236D56CD-6FF2-5164-9BE4-DC90649983BB}"/>
                    </a:ext>
                  </a:extLst>
                </p14:cNvPr>
                <p14:cNvContentPartPr/>
                <p14:nvPr/>
              </p14:nvContentPartPr>
              <p14:xfrm>
                <a:off x="2870580" y="9296580"/>
                <a:ext cx="211680" cy="192600"/>
              </p14:xfrm>
            </p:contentPart>
          </mc:Choice>
          <mc:Fallback xmlns="">
            <p:pic>
              <p:nvPicPr>
                <p:cNvPr id="397" name="インク 396">
                  <a:extLst>
                    <a:ext uri="{FF2B5EF4-FFF2-40B4-BE49-F238E27FC236}">
                      <a16:creationId xmlns:a16="http://schemas.microsoft.com/office/drawing/2014/main" id="{236D56CD-6FF2-5164-9BE4-DC90649983B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866260" y="9292260"/>
                  <a:ext cx="2203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98" name="インク 397">
                  <a:extLst>
                    <a:ext uri="{FF2B5EF4-FFF2-40B4-BE49-F238E27FC236}">
                      <a16:creationId xmlns:a16="http://schemas.microsoft.com/office/drawing/2014/main" id="{06BBEEA1-729C-5CEA-5338-218C5ED58C37}"/>
                    </a:ext>
                  </a:extLst>
                </p14:cNvPr>
                <p14:cNvContentPartPr/>
                <p14:nvPr/>
              </p14:nvContentPartPr>
              <p14:xfrm>
                <a:off x="3085860" y="9341940"/>
                <a:ext cx="122040" cy="5040"/>
              </p14:xfrm>
            </p:contentPart>
          </mc:Choice>
          <mc:Fallback xmlns="">
            <p:pic>
              <p:nvPicPr>
                <p:cNvPr id="398" name="インク 397">
                  <a:extLst>
                    <a:ext uri="{FF2B5EF4-FFF2-40B4-BE49-F238E27FC236}">
                      <a16:creationId xmlns:a16="http://schemas.microsoft.com/office/drawing/2014/main" id="{06BBEEA1-729C-5CEA-5338-218C5ED58C3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081540" y="9337620"/>
                  <a:ext cx="13068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99" name="インク 398">
                  <a:extLst>
                    <a:ext uri="{FF2B5EF4-FFF2-40B4-BE49-F238E27FC236}">
                      <a16:creationId xmlns:a16="http://schemas.microsoft.com/office/drawing/2014/main" id="{797331FC-7DC6-4E23-9E8E-3E94F764EE21}"/>
                    </a:ext>
                  </a:extLst>
                </p14:cNvPr>
                <p14:cNvContentPartPr/>
                <p14:nvPr/>
              </p14:nvContentPartPr>
              <p14:xfrm>
                <a:off x="3124020" y="9432660"/>
                <a:ext cx="103320" cy="8640"/>
              </p14:xfrm>
            </p:contentPart>
          </mc:Choice>
          <mc:Fallback xmlns="">
            <p:pic>
              <p:nvPicPr>
                <p:cNvPr id="399" name="インク 398">
                  <a:extLst>
                    <a:ext uri="{FF2B5EF4-FFF2-40B4-BE49-F238E27FC236}">
                      <a16:creationId xmlns:a16="http://schemas.microsoft.com/office/drawing/2014/main" id="{797331FC-7DC6-4E23-9E8E-3E94F764EE2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119700" y="9428340"/>
                  <a:ext cx="1119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401" name="インク 400">
                  <a:extLst>
                    <a:ext uri="{FF2B5EF4-FFF2-40B4-BE49-F238E27FC236}">
                      <a16:creationId xmlns:a16="http://schemas.microsoft.com/office/drawing/2014/main" id="{2DE911FF-5523-6BD8-D672-2583C20C94F0}"/>
                    </a:ext>
                  </a:extLst>
                </p14:cNvPr>
                <p14:cNvContentPartPr/>
                <p14:nvPr/>
              </p14:nvContentPartPr>
              <p14:xfrm>
                <a:off x="3380700" y="9227460"/>
                <a:ext cx="153000" cy="336600"/>
              </p14:xfrm>
            </p:contentPart>
          </mc:Choice>
          <mc:Fallback xmlns="">
            <p:pic>
              <p:nvPicPr>
                <p:cNvPr id="401" name="インク 400">
                  <a:extLst>
                    <a:ext uri="{FF2B5EF4-FFF2-40B4-BE49-F238E27FC236}">
                      <a16:creationId xmlns:a16="http://schemas.microsoft.com/office/drawing/2014/main" id="{2DE911FF-5523-6BD8-D672-2583C20C94F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376380" y="9223140"/>
                  <a:ext cx="1616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402" name="インク 401">
                  <a:extLst>
                    <a:ext uri="{FF2B5EF4-FFF2-40B4-BE49-F238E27FC236}">
                      <a16:creationId xmlns:a16="http://schemas.microsoft.com/office/drawing/2014/main" id="{F13325CF-D7EC-3278-504D-0549CEE0E8FE}"/>
                    </a:ext>
                  </a:extLst>
                </p14:cNvPr>
                <p14:cNvContentPartPr/>
                <p14:nvPr/>
              </p14:nvContentPartPr>
              <p14:xfrm>
                <a:off x="3495180" y="9281460"/>
                <a:ext cx="108720" cy="215280"/>
              </p14:xfrm>
            </p:contentPart>
          </mc:Choice>
          <mc:Fallback xmlns="">
            <p:pic>
              <p:nvPicPr>
                <p:cNvPr id="402" name="インク 401">
                  <a:extLst>
                    <a:ext uri="{FF2B5EF4-FFF2-40B4-BE49-F238E27FC236}">
                      <a16:creationId xmlns:a16="http://schemas.microsoft.com/office/drawing/2014/main" id="{F13325CF-D7EC-3278-504D-0549CEE0E8F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490860" y="9277140"/>
                  <a:ext cx="117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403" name="インク 402">
                  <a:extLst>
                    <a:ext uri="{FF2B5EF4-FFF2-40B4-BE49-F238E27FC236}">
                      <a16:creationId xmlns:a16="http://schemas.microsoft.com/office/drawing/2014/main" id="{710EB62F-C6EE-46F5-8067-9763FFF89F2E}"/>
                    </a:ext>
                  </a:extLst>
                </p14:cNvPr>
                <p14:cNvContentPartPr/>
                <p14:nvPr/>
              </p14:nvContentPartPr>
              <p14:xfrm>
                <a:off x="3654660" y="9402780"/>
                <a:ext cx="42120" cy="137520"/>
              </p14:xfrm>
            </p:contentPart>
          </mc:Choice>
          <mc:Fallback xmlns="">
            <p:pic>
              <p:nvPicPr>
                <p:cNvPr id="403" name="インク 402">
                  <a:extLst>
                    <a:ext uri="{FF2B5EF4-FFF2-40B4-BE49-F238E27FC236}">
                      <a16:creationId xmlns:a16="http://schemas.microsoft.com/office/drawing/2014/main" id="{710EB62F-C6EE-46F5-8067-9763FFF89F2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50340" y="9398460"/>
                  <a:ext cx="50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404" name="インク 403">
                  <a:extLst>
                    <a:ext uri="{FF2B5EF4-FFF2-40B4-BE49-F238E27FC236}">
                      <a16:creationId xmlns:a16="http://schemas.microsoft.com/office/drawing/2014/main" id="{0A5AE09F-54C1-C585-1615-EB22BF6D6A62}"/>
                    </a:ext>
                  </a:extLst>
                </p14:cNvPr>
                <p14:cNvContentPartPr/>
                <p14:nvPr/>
              </p14:nvContentPartPr>
              <p14:xfrm>
                <a:off x="3794340" y="9368940"/>
                <a:ext cx="88200" cy="19080"/>
              </p14:xfrm>
            </p:contentPart>
          </mc:Choice>
          <mc:Fallback xmlns="">
            <p:pic>
              <p:nvPicPr>
                <p:cNvPr id="404" name="インク 403">
                  <a:extLst>
                    <a:ext uri="{FF2B5EF4-FFF2-40B4-BE49-F238E27FC236}">
                      <a16:creationId xmlns:a16="http://schemas.microsoft.com/office/drawing/2014/main" id="{0A5AE09F-54C1-C585-1615-EB22BF6D6A6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790020" y="9364620"/>
                  <a:ext cx="96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405" name="インク 404">
                  <a:extLst>
                    <a:ext uri="{FF2B5EF4-FFF2-40B4-BE49-F238E27FC236}">
                      <a16:creationId xmlns:a16="http://schemas.microsoft.com/office/drawing/2014/main" id="{190CBF62-78A1-7BD5-B67E-7185CEBD949A}"/>
                    </a:ext>
                  </a:extLst>
                </p14:cNvPr>
                <p14:cNvContentPartPr/>
                <p14:nvPr/>
              </p14:nvContentPartPr>
              <p14:xfrm>
                <a:off x="3923940" y="9152580"/>
                <a:ext cx="297360" cy="345960"/>
              </p14:xfrm>
            </p:contentPart>
          </mc:Choice>
          <mc:Fallback xmlns="">
            <p:pic>
              <p:nvPicPr>
                <p:cNvPr id="405" name="インク 404">
                  <a:extLst>
                    <a:ext uri="{FF2B5EF4-FFF2-40B4-BE49-F238E27FC236}">
                      <a16:creationId xmlns:a16="http://schemas.microsoft.com/office/drawing/2014/main" id="{190CBF62-78A1-7BD5-B67E-7185CEBD949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19620" y="9148260"/>
                  <a:ext cx="3060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406" name="インク 405">
                  <a:extLst>
                    <a:ext uri="{FF2B5EF4-FFF2-40B4-BE49-F238E27FC236}">
                      <a16:creationId xmlns:a16="http://schemas.microsoft.com/office/drawing/2014/main" id="{67D8B55A-0C5E-2D77-74A6-B8E1DECC7666}"/>
                    </a:ext>
                  </a:extLst>
                </p14:cNvPr>
                <p14:cNvContentPartPr/>
                <p14:nvPr/>
              </p14:nvContentPartPr>
              <p14:xfrm>
                <a:off x="4091700" y="9244740"/>
                <a:ext cx="125640" cy="225720"/>
              </p14:xfrm>
            </p:contentPart>
          </mc:Choice>
          <mc:Fallback xmlns="">
            <p:pic>
              <p:nvPicPr>
                <p:cNvPr id="406" name="インク 405">
                  <a:extLst>
                    <a:ext uri="{FF2B5EF4-FFF2-40B4-BE49-F238E27FC236}">
                      <a16:creationId xmlns:a16="http://schemas.microsoft.com/office/drawing/2014/main" id="{67D8B55A-0C5E-2D77-74A6-B8E1DECC766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87380" y="9240420"/>
                  <a:ext cx="1342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407" name="インク 406">
                  <a:extLst>
                    <a:ext uri="{FF2B5EF4-FFF2-40B4-BE49-F238E27FC236}">
                      <a16:creationId xmlns:a16="http://schemas.microsoft.com/office/drawing/2014/main" id="{43D12D38-C28E-9AAD-E910-20672ACBC2D1}"/>
                    </a:ext>
                  </a:extLst>
                </p14:cNvPr>
                <p14:cNvContentPartPr/>
                <p14:nvPr/>
              </p14:nvContentPartPr>
              <p14:xfrm>
                <a:off x="4230660" y="9080220"/>
                <a:ext cx="166680" cy="439560"/>
              </p14:xfrm>
            </p:contentPart>
          </mc:Choice>
          <mc:Fallback xmlns="">
            <p:pic>
              <p:nvPicPr>
                <p:cNvPr id="407" name="インク 406">
                  <a:extLst>
                    <a:ext uri="{FF2B5EF4-FFF2-40B4-BE49-F238E27FC236}">
                      <a16:creationId xmlns:a16="http://schemas.microsoft.com/office/drawing/2014/main" id="{43D12D38-C28E-9AAD-E910-20672ACBC2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26340" y="9075900"/>
                  <a:ext cx="17532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408" name="インク 407">
                  <a:extLst>
                    <a:ext uri="{FF2B5EF4-FFF2-40B4-BE49-F238E27FC236}">
                      <a16:creationId xmlns:a16="http://schemas.microsoft.com/office/drawing/2014/main" id="{CDD62308-B4B5-7AFF-8136-54E9933500F2}"/>
                    </a:ext>
                  </a:extLst>
                </p14:cNvPr>
                <p14:cNvContentPartPr/>
                <p14:nvPr/>
              </p14:nvContentPartPr>
              <p14:xfrm>
                <a:off x="4542060" y="9395220"/>
                <a:ext cx="68400" cy="154080"/>
              </p14:xfrm>
            </p:contentPart>
          </mc:Choice>
          <mc:Fallback xmlns="">
            <p:pic>
              <p:nvPicPr>
                <p:cNvPr id="408" name="インク 407">
                  <a:extLst>
                    <a:ext uri="{FF2B5EF4-FFF2-40B4-BE49-F238E27FC236}">
                      <a16:creationId xmlns:a16="http://schemas.microsoft.com/office/drawing/2014/main" id="{CDD62308-B4B5-7AFF-8136-54E9933500F2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537740" y="9390900"/>
                  <a:ext cx="770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438" name="インク 437">
                  <a:extLst>
                    <a:ext uri="{FF2B5EF4-FFF2-40B4-BE49-F238E27FC236}">
                      <a16:creationId xmlns:a16="http://schemas.microsoft.com/office/drawing/2014/main" id="{45742ADA-9ED9-6A00-CD55-2DF2A41BF1D2}"/>
                    </a:ext>
                  </a:extLst>
                </p14:cNvPr>
                <p14:cNvContentPartPr/>
                <p14:nvPr/>
              </p14:nvContentPartPr>
              <p14:xfrm>
                <a:off x="4160100" y="9444540"/>
                <a:ext cx="86760" cy="27360"/>
              </p14:xfrm>
            </p:contentPart>
          </mc:Choice>
          <mc:Fallback xmlns="">
            <p:pic>
              <p:nvPicPr>
                <p:cNvPr id="438" name="インク 437">
                  <a:extLst>
                    <a:ext uri="{FF2B5EF4-FFF2-40B4-BE49-F238E27FC236}">
                      <a16:creationId xmlns:a16="http://schemas.microsoft.com/office/drawing/2014/main" id="{45742ADA-9ED9-6A00-CD55-2DF2A41BF1D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155780" y="9440220"/>
                  <a:ext cx="95400" cy="3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40" name="図 439">
            <a:extLst>
              <a:ext uri="{FF2B5EF4-FFF2-40B4-BE49-F238E27FC236}">
                <a16:creationId xmlns:a16="http://schemas.microsoft.com/office/drawing/2014/main" id="{7BB9E1A8-B013-3686-294A-BBC906DD03AA}"/>
              </a:ext>
            </a:extLst>
          </p:cNvPr>
          <p:cNvPicPr>
            <a:picLocks noChangeAspect="1"/>
          </p:cNvPicPr>
          <p:nvPr/>
        </p:nvPicPr>
        <p:blipFill>
          <a:blip r:embed="rId2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970" y="3578194"/>
            <a:ext cx="3030328" cy="41477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BBCE76-56EC-48D3-99B6-A370B853CEE9}"/>
              </a:ext>
            </a:extLst>
          </p:cNvPr>
          <p:cNvSpPr txBox="1"/>
          <p:nvPr/>
        </p:nvSpPr>
        <p:spPr>
          <a:xfrm>
            <a:off x="120650" y="24130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/>
              <a:t>・回転</a:t>
            </a:r>
            <a:endParaRPr kumimoji="1" lang="ja-JP" altLang="en-US" b="1" u="sng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0CC366-1053-4C93-A4B0-E87A29C13081}"/>
              </a:ext>
            </a:extLst>
          </p:cNvPr>
          <p:cNvSpPr txBox="1"/>
          <p:nvPr/>
        </p:nvSpPr>
        <p:spPr>
          <a:xfrm>
            <a:off x="91333" y="707409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u="sng" dirty="0"/>
              <a:t>・基本問題</a:t>
            </a:r>
            <a:endParaRPr kumimoji="1" lang="ja-JP" altLang="en-US" b="1" u="sng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57FE6DD-5360-4C99-835F-E6F04959F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9" y="518299"/>
            <a:ext cx="3437091" cy="227205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DC52D183-7F97-E623-B4EB-A98E1F7715C4}"/>
                  </a:ext>
                </a:extLst>
              </p14:cNvPr>
              <p14:cNvContentPartPr/>
              <p14:nvPr/>
            </p14:nvContentPartPr>
            <p14:xfrm>
              <a:off x="807180" y="1790460"/>
              <a:ext cx="30600" cy="8172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DC52D183-7F97-E623-B4EB-A98E1F7715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2860" y="1786140"/>
                <a:ext cx="392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インク 22">
                <a:extLst>
                  <a:ext uri="{FF2B5EF4-FFF2-40B4-BE49-F238E27FC236}">
                    <a16:creationId xmlns:a16="http://schemas.microsoft.com/office/drawing/2014/main" id="{190DFA7C-FCBD-BAAD-5995-02E4034F25A1}"/>
                  </a:ext>
                </a:extLst>
              </p14:cNvPr>
              <p14:cNvContentPartPr/>
              <p14:nvPr/>
            </p14:nvContentPartPr>
            <p14:xfrm>
              <a:off x="905100" y="1767420"/>
              <a:ext cx="119160" cy="79200"/>
            </p14:xfrm>
          </p:contentPart>
        </mc:Choice>
        <mc:Fallback xmlns="">
          <p:pic>
            <p:nvPicPr>
              <p:cNvPr id="23" name="インク 22">
                <a:extLst>
                  <a:ext uri="{FF2B5EF4-FFF2-40B4-BE49-F238E27FC236}">
                    <a16:creationId xmlns:a16="http://schemas.microsoft.com/office/drawing/2014/main" id="{190DFA7C-FCBD-BAAD-5995-02E4034F25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0780" y="1763100"/>
                <a:ext cx="127800" cy="8784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図 24">
            <a:extLst>
              <a:ext uri="{FF2B5EF4-FFF2-40B4-BE49-F238E27FC236}">
                <a16:creationId xmlns:a16="http://schemas.microsoft.com/office/drawing/2014/main" id="{2A5AE7B3-157D-E7EC-3E5A-9B4C12303A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9" y="2908300"/>
            <a:ext cx="3067436" cy="2998683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F341152E-93AA-70C8-3385-E71D7C40C8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759" y="6079899"/>
            <a:ext cx="3487901" cy="821278"/>
          </a:xfrm>
          <a:prstGeom prst="rect">
            <a:avLst/>
          </a:prstGeom>
        </p:spPr>
      </p:pic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13D4EE2-F13F-5991-318B-09A77CBEDBD7}"/>
              </a:ext>
            </a:extLst>
          </p:cNvPr>
          <p:cNvSpPr/>
          <p:nvPr/>
        </p:nvSpPr>
        <p:spPr>
          <a:xfrm>
            <a:off x="188759" y="6101015"/>
            <a:ext cx="3360891" cy="7663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8" name="図 37">
            <a:extLst>
              <a:ext uri="{FF2B5EF4-FFF2-40B4-BE49-F238E27FC236}">
                <a16:creationId xmlns:a16="http://schemas.microsoft.com/office/drawing/2014/main" id="{DCDF8152-7C2F-E053-CF20-57D0038A0E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660" y="549744"/>
            <a:ext cx="3787253" cy="4139556"/>
          </a:xfrm>
          <a:prstGeom prst="rect">
            <a:avLst/>
          </a:prstGeom>
        </p:spPr>
      </p:pic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558F3EF-5B2D-A02E-6289-3AF2ACB54BE8}"/>
              </a:ext>
            </a:extLst>
          </p:cNvPr>
          <p:cNvSpPr/>
          <p:nvPr/>
        </p:nvSpPr>
        <p:spPr>
          <a:xfrm>
            <a:off x="3632200" y="3961924"/>
            <a:ext cx="3665691" cy="714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DF43752-C9C3-0D1F-E65E-601C4ABFE27D}"/>
              </a:ext>
            </a:extLst>
          </p:cNvPr>
          <p:cNvSpPr txBox="1"/>
          <p:nvPr/>
        </p:nvSpPr>
        <p:spPr>
          <a:xfrm>
            <a:off x="4041662" y="5265437"/>
            <a:ext cx="3057247" cy="138499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/>
              <a:t>ごちゃごちゃ証明したが、</a:t>
            </a:r>
            <a:endParaRPr kumimoji="1" lang="en-US" altLang="ja-JP" sz="1400" dirty="0"/>
          </a:p>
          <a:p>
            <a:pPr algn="ctr"/>
            <a:r>
              <a:rPr kumimoji="1" lang="ja-JP" altLang="en-US" sz="1400" dirty="0"/>
              <a:t>赤枠を覚えておけば良い</a:t>
            </a:r>
            <a:endParaRPr kumimoji="1" lang="en-US" altLang="ja-JP" sz="1400" dirty="0"/>
          </a:p>
          <a:p>
            <a:pPr algn="ctr"/>
            <a:r>
              <a:rPr kumimoji="1" lang="ja-JP" altLang="en-US" sz="1400" dirty="0"/>
              <a:t>（</a:t>
            </a:r>
            <a:r>
              <a:rPr kumimoji="1" lang="en-US" altLang="ja-JP" sz="1400" dirty="0"/>
              <a:t>※</a:t>
            </a:r>
            <a:r>
              <a:rPr kumimoji="1" lang="ja-JP" altLang="en-US" sz="1400" dirty="0"/>
              <a:t>一度くらいは証明してみよう）</a:t>
            </a:r>
            <a:endParaRPr kumimoji="1" lang="en-US" altLang="ja-JP" sz="1400" dirty="0"/>
          </a:p>
          <a:p>
            <a:pPr algn="ctr"/>
            <a:endParaRPr kumimoji="1" lang="en-US" altLang="ja-JP" sz="1400" dirty="0"/>
          </a:p>
          <a:p>
            <a:pPr algn="ctr"/>
            <a:r>
              <a:rPr kumimoji="1" lang="ja-JP" altLang="en-US" sz="1400" dirty="0"/>
              <a:t>２つ覚えられないなら、</a:t>
            </a:r>
            <a:endParaRPr kumimoji="1" lang="en-US" altLang="ja-JP" sz="1400" dirty="0"/>
          </a:p>
          <a:p>
            <a:pPr algn="ctr"/>
            <a:r>
              <a:rPr kumimoji="1" lang="ja-JP" altLang="en-US" sz="1400" dirty="0"/>
              <a:t>任意点回転の方だけ覚えれば良い。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6D22C96-E8BE-4633-64FC-F12485907F3B}"/>
              </a:ext>
            </a:extLst>
          </p:cNvPr>
          <p:cNvSpPr txBox="1"/>
          <p:nvPr/>
        </p:nvSpPr>
        <p:spPr>
          <a:xfrm>
            <a:off x="2568664" y="6611181"/>
            <a:ext cx="110799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原点回転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F307BDF-023B-1C0F-9B20-A73C62D6509A}"/>
              </a:ext>
            </a:extLst>
          </p:cNvPr>
          <p:cNvSpPr txBox="1"/>
          <p:nvPr/>
        </p:nvSpPr>
        <p:spPr>
          <a:xfrm>
            <a:off x="6152635" y="4515532"/>
            <a:ext cx="13388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任意点回転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D9D9230-DC3C-7EC6-557C-35203502F7AC}"/>
              </a:ext>
            </a:extLst>
          </p:cNvPr>
          <p:cNvSpPr txBox="1"/>
          <p:nvPr/>
        </p:nvSpPr>
        <p:spPr>
          <a:xfrm>
            <a:off x="90063" y="7348884"/>
            <a:ext cx="36231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1.</a:t>
            </a:r>
            <a:r>
              <a:rPr kumimoji="1" lang="ja-JP" altLang="en-US" sz="1000" dirty="0"/>
              <a:t>点</a:t>
            </a:r>
            <a:r>
              <a:rPr kumimoji="1" lang="en-US" altLang="ja-JP" sz="1000" dirty="0"/>
              <a:t>P(2,1)</a:t>
            </a:r>
            <a:r>
              <a:rPr kumimoji="1" lang="ja-JP" altLang="en-US" sz="1000" dirty="0"/>
              <a:t>を原点周りに</a:t>
            </a:r>
            <a:r>
              <a:rPr kumimoji="1" lang="en-US" altLang="ja-JP" sz="1000" dirty="0"/>
              <a:t>45°</a:t>
            </a:r>
            <a:r>
              <a:rPr kumimoji="1" lang="ja-JP" altLang="en-US" sz="1000" dirty="0"/>
              <a:t>回転させた点</a:t>
            </a:r>
            <a:r>
              <a:rPr kumimoji="1" lang="en-US" altLang="ja-JP" sz="1000" dirty="0"/>
              <a:t>Q</a:t>
            </a:r>
            <a:r>
              <a:rPr kumimoji="1" lang="ja-JP" altLang="en-US" sz="1000" dirty="0"/>
              <a:t>の座標を求めよ。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DE166C2D-F387-4647-0EE5-4EC7980868F5}"/>
              </a:ext>
            </a:extLst>
          </p:cNvPr>
          <p:cNvSpPr txBox="1"/>
          <p:nvPr/>
        </p:nvSpPr>
        <p:spPr>
          <a:xfrm>
            <a:off x="3784600" y="7335708"/>
            <a:ext cx="38507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2.</a:t>
            </a:r>
            <a:r>
              <a:rPr kumimoji="1" lang="ja-JP" altLang="en-US" sz="1000" dirty="0"/>
              <a:t>点</a:t>
            </a:r>
            <a:r>
              <a:rPr kumimoji="1" lang="en-US" altLang="ja-JP" sz="1000" dirty="0"/>
              <a:t>P(2,1)</a:t>
            </a:r>
            <a:r>
              <a:rPr kumimoji="1" lang="ja-JP" altLang="en-US" sz="1000" dirty="0"/>
              <a:t>を点</a:t>
            </a:r>
            <a:r>
              <a:rPr kumimoji="1" lang="en-US" altLang="ja-JP" sz="1000" dirty="0"/>
              <a:t>R(1,1)</a:t>
            </a:r>
            <a:r>
              <a:rPr kumimoji="1" lang="ja-JP" altLang="en-US" sz="1000" dirty="0"/>
              <a:t>周りに</a:t>
            </a:r>
            <a:r>
              <a:rPr kumimoji="1" lang="en-US" altLang="ja-JP" sz="1000" dirty="0"/>
              <a:t>45°</a:t>
            </a:r>
            <a:r>
              <a:rPr kumimoji="1" lang="ja-JP" altLang="en-US" sz="1000" dirty="0"/>
              <a:t>回転させた点</a:t>
            </a:r>
            <a:r>
              <a:rPr kumimoji="1" lang="en-US" altLang="ja-JP" sz="1000" dirty="0"/>
              <a:t>Q</a:t>
            </a:r>
            <a:r>
              <a:rPr kumimoji="1" lang="ja-JP" altLang="en-US" sz="1000" dirty="0"/>
              <a:t>の座標を求めよ。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BB77256E-DEF2-0585-AA18-B9AB9F828853}"/>
                  </a:ext>
                </a:extLst>
              </p:cNvPr>
              <p:cNvSpPr txBox="1"/>
              <p:nvPr/>
            </p:nvSpPr>
            <p:spPr>
              <a:xfrm>
                <a:off x="313170" y="7837694"/>
                <a:ext cx="2754280" cy="685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ja-JP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kumimoji="1" lang="ja-JP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ja-JP" altLang="en-US" i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kumimoji="1" lang="ja-JP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func>
                      <m:r>
                        <a:rPr kumimoji="1" lang="ja-JP" altLang="en-US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kumimoji="1" lang="ja-JP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1" lang="en-US" altLang="ja-JP" dirty="0"/>
              </a:p>
              <a:p>
                <a:r>
                  <a:rPr kumimoji="1" lang="en-US" altLang="ja-JP" dirty="0"/>
                  <a:t>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BB77256E-DEF2-0585-AA18-B9AB9F828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70" y="7837694"/>
                <a:ext cx="2754280" cy="685059"/>
              </a:xfrm>
              <a:prstGeom prst="rect">
                <a:avLst/>
              </a:prstGeom>
              <a:blipFill>
                <a:blip r:embed="rId10"/>
                <a:stretch>
                  <a:fillRect l="-885" t="-893"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AB0988B-53BC-B897-295B-57567ED881B4}"/>
                  </a:ext>
                </a:extLst>
              </p:cNvPr>
              <p:cNvSpPr txBox="1"/>
              <p:nvPr/>
            </p:nvSpPr>
            <p:spPr>
              <a:xfrm>
                <a:off x="334310" y="8758653"/>
                <a:ext cx="2792239" cy="304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ja-JP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kumimoji="1" lang="ja-JP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ja-JP" altLang="en-US" i="0"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kumimoji="1" lang="ja-JP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  <m:r>
                        <a:rPr kumimoji="1" lang="ja-JP" altLang="en-US" i="0">
                          <a:latin typeface="Cambria Math" panose="02040503050406030204" pitchFamily="18" charset="0"/>
                        </a:rPr>
                        <m:t>+1⋅</m:t>
                      </m:r>
                      <m:func>
                        <m:funcPr>
                          <m:ctrlPr>
                            <a:rPr kumimoji="1" lang="ja-JP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AB0988B-53BC-B897-295B-57567ED88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10" y="8758653"/>
                <a:ext cx="2792239" cy="304442"/>
              </a:xfrm>
              <a:prstGeom prst="rect">
                <a:avLst/>
              </a:prstGeom>
              <a:blipFill>
                <a:blip r:embed="rId11"/>
                <a:stretch>
                  <a:fillRect l="-2183" b="-2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7162F17-5C1A-C3CF-A6D3-16A624CB7845}"/>
                  </a:ext>
                </a:extLst>
              </p:cNvPr>
              <p:cNvSpPr txBox="1"/>
              <p:nvPr/>
            </p:nvSpPr>
            <p:spPr>
              <a:xfrm>
                <a:off x="654627" y="9177536"/>
                <a:ext cx="581185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7162F17-5C1A-C3CF-A6D3-16A624CB7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627" y="9177536"/>
                <a:ext cx="581185" cy="572273"/>
              </a:xfrm>
              <a:prstGeom prst="rect">
                <a:avLst/>
              </a:prstGeom>
              <a:blipFill>
                <a:blip r:embed="rId12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4DD4879-3016-ADB7-51FC-879BA1EDEED0}"/>
                  </a:ext>
                </a:extLst>
              </p:cNvPr>
              <p:cNvSpPr txBox="1"/>
              <p:nvPr/>
            </p:nvSpPr>
            <p:spPr>
              <a:xfrm>
                <a:off x="3676660" y="7831825"/>
                <a:ext cx="379898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600" i="1" smtClean="0">
                          <a:latin typeface="Cambria Math" panose="02040503050406030204" pitchFamily="18" charset="0"/>
                        </a:rPr>
                        <m:t>𝑄𝑥</m:t>
                      </m:r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ja-JP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2−1</m:t>
                          </m:r>
                        </m:e>
                      </m:d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kumimoji="1" lang="ja-JP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1−1</m:t>
                          </m:r>
                        </m:e>
                      </m:d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4DD4879-3016-ADB7-51FC-879BA1EDE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660" y="7831825"/>
                <a:ext cx="3798989" cy="246221"/>
              </a:xfrm>
              <a:prstGeom prst="rect">
                <a:avLst/>
              </a:prstGeom>
              <a:blipFill>
                <a:blip r:embed="rId13"/>
                <a:stretch>
                  <a:fillRect l="-963" r="-642" b="-3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3C2B4ED-712C-C183-4B61-4004DE596D6E}"/>
                  </a:ext>
                </a:extLst>
              </p:cNvPr>
              <p:cNvSpPr txBox="1"/>
              <p:nvPr/>
            </p:nvSpPr>
            <p:spPr>
              <a:xfrm>
                <a:off x="3721000" y="8790931"/>
                <a:ext cx="37879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60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m:rPr>
                          <m:sty m:val="p"/>
                        </m:rP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ja-JP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2−1</m:t>
                          </m:r>
                        </m:e>
                      </m:d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  <m:r>
                        <a:rPr kumimoji="1" lang="en-US" altLang="ja-JP" sz="1600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ja-JP" altLang="en-US" sz="1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1−1</m:t>
                          </m:r>
                        </m:e>
                      </m:d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45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3C2B4ED-712C-C183-4B61-4004DE596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000" y="8790931"/>
                <a:ext cx="3787960" cy="246221"/>
              </a:xfrm>
              <a:prstGeom prst="rect">
                <a:avLst/>
              </a:prstGeom>
              <a:blipFill>
                <a:blip r:embed="rId14"/>
                <a:stretch>
                  <a:fillRect l="-965" r="-482" b="-3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41AC808-46C5-25EE-3A88-364F322928C0}"/>
                  </a:ext>
                </a:extLst>
              </p:cNvPr>
              <p:cNvSpPr txBox="1"/>
              <p:nvPr/>
            </p:nvSpPr>
            <p:spPr>
              <a:xfrm>
                <a:off x="4000090" y="8115336"/>
                <a:ext cx="985141" cy="635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41AC808-46C5-25EE-3A88-364F3229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090" y="8115336"/>
                <a:ext cx="985141" cy="6354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C75369D-072B-5812-33F8-576695A7F8E7}"/>
                  </a:ext>
                </a:extLst>
              </p:cNvPr>
              <p:cNvSpPr txBox="1"/>
              <p:nvPr/>
            </p:nvSpPr>
            <p:spPr>
              <a:xfrm>
                <a:off x="4000090" y="9178202"/>
                <a:ext cx="985141" cy="6354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ad>
                            <m:radPr>
                              <m:degHide m:val="on"/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0C75369D-072B-5812-33F8-576695A7F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090" y="9178202"/>
                <a:ext cx="985141" cy="63549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39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C451518-6654-2A7D-2EBB-EA2532B06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88900"/>
            <a:ext cx="5072016" cy="3352800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90762B57-4DAE-C072-0AA3-5425E6888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0" y="3594100"/>
            <a:ext cx="4598879" cy="44958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F814FAF-4D08-0454-8E73-5F4D1807F9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" y="8242299"/>
            <a:ext cx="4337714" cy="102137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E3DAC56-3E07-E21D-8DE3-DF48A4DF72F6}"/>
              </a:ext>
            </a:extLst>
          </p:cNvPr>
          <p:cNvSpPr/>
          <p:nvPr/>
        </p:nvSpPr>
        <p:spPr>
          <a:xfrm>
            <a:off x="501650" y="8263415"/>
            <a:ext cx="4179756" cy="9530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8A0757A-4924-9B02-AB25-16E6788059A7}"/>
              </a:ext>
            </a:extLst>
          </p:cNvPr>
          <p:cNvSpPr txBox="1"/>
          <p:nvPr/>
        </p:nvSpPr>
        <p:spPr>
          <a:xfrm>
            <a:off x="3625850" y="8884186"/>
            <a:ext cx="137795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原点回転</a:t>
            </a:r>
          </a:p>
        </p:txBody>
      </p:sp>
    </p:spTree>
    <p:extLst>
      <p:ext uri="{BB962C8B-B14F-4D97-AF65-F5344CB8AC3E}">
        <p14:creationId xmlns:p14="http://schemas.microsoft.com/office/powerpoint/2010/main" val="4104319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5CF7531-9DCE-3BF2-B88C-330105686D12}"/>
              </a:ext>
            </a:extLst>
          </p:cNvPr>
          <p:cNvSpPr/>
          <p:nvPr/>
        </p:nvSpPr>
        <p:spPr>
          <a:xfrm rot="16200000">
            <a:off x="1087114" y="627800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object 38">
            <a:extLst>
              <a:ext uri="{FF2B5EF4-FFF2-40B4-BE49-F238E27FC236}">
                <a16:creationId xmlns:a16="http://schemas.microsoft.com/office/drawing/2014/main" id="{A8EB61D1-94CA-7F5C-7448-3F32082B091F}"/>
              </a:ext>
            </a:extLst>
          </p:cNvPr>
          <p:cNvSpPr txBox="1"/>
          <p:nvPr/>
        </p:nvSpPr>
        <p:spPr>
          <a:xfrm>
            <a:off x="748641" y="317500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"/>
              </a:spcBef>
            </a:pPr>
            <a:r>
              <a:rPr lang="en-US" sz="1200" spc="-25" dirty="0">
                <a:latin typeface="ＭＳ ゴシック"/>
                <a:cs typeface="ＭＳ ゴシック"/>
              </a:rPr>
              <a:t>1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2505360-A85F-1109-87EA-B35C90B361A9}"/>
              </a:ext>
            </a:extLst>
          </p:cNvPr>
          <p:cNvSpPr txBox="1"/>
          <p:nvPr/>
        </p:nvSpPr>
        <p:spPr>
          <a:xfrm>
            <a:off x="3168650" y="287782"/>
            <a:ext cx="3581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a(0,0),b(1,0),c(1,1)</a:t>
            </a:r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の三角形を原点を基準点として</a:t>
            </a:r>
            <a:endParaRPr kumimoji="1" lang="en-US" altLang="ja-JP" sz="1400" dirty="0"/>
          </a:p>
          <a:p>
            <a:r>
              <a:rPr kumimoji="1" lang="en-US" altLang="ja-JP" sz="1400" dirty="0"/>
              <a:t>30°,60°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kumimoji="1" lang="en-US" altLang="ja-JP" sz="1400" dirty="0" err="1"/>
              <a:t>a,b,c</a:t>
            </a:r>
            <a:r>
              <a:rPr kumimoji="1" lang="ja-JP" altLang="en-US" sz="1400" dirty="0"/>
              <a:t>の座標を求めよ。</a:t>
            </a:r>
          </a:p>
        </p:txBody>
      </p:sp>
      <p:sp>
        <p:nvSpPr>
          <p:cNvPr id="59" name="object 55">
            <a:extLst>
              <a:ext uri="{FF2B5EF4-FFF2-40B4-BE49-F238E27FC236}">
                <a16:creationId xmlns:a16="http://schemas.microsoft.com/office/drawing/2014/main" id="{B2179268-3C37-D639-9C7C-16E7CF27019F}"/>
              </a:ext>
            </a:extLst>
          </p:cNvPr>
          <p:cNvSpPr/>
          <p:nvPr/>
        </p:nvSpPr>
        <p:spPr>
          <a:xfrm>
            <a:off x="545909" y="165100"/>
            <a:ext cx="6376035" cy="4952999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直角三角形 33">
            <a:extLst>
              <a:ext uri="{FF2B5EF4-FFF2-40B4-BE49-F238E27FC236}">
                <a16:creationId xmlns:a16="http://schemas.microsoft.com/office/drawing/2014/main" id="{9CB7D03F-24A2-16A2-8B0B-5C000B0EDE34}"/>
              </a:ext>
            </a:extLst>
          </p:cNvPr>
          <p:cNvSpPr/>
          <p:nvPr/>
        </p:nvSpPr>
        <p:spPr>
          <a:xfrm rot="16200000">
            <a:off x="941314" y="5733781"/>
            <a:ext cx="881413" cy="845592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インク 36">
                <a:extLst>
                  <a:ext uri="{FF2B5EF4-FFF2-40B4-BE49-F238E27FC236}">
                    <a16:creationId xmlns:a16="http://schemas.microsoft.com/office/drawing/2014/main" id="{D99DA421-E18B-4A52-792F-B8A64A47636D}"/>
                  </a:ext>
                </a:extLst>
              </p14:cNvPr>
              <p14:cNvContentPartPr/>
              <p14:nvPr/>
            </p14:nvContentPartPr>
            <p14:xfrm>
              <a:off x="806920" y="6449404"/>
              <a:ext cx="155880" cy="88920"/>
            </p14:xfrm>
          </p:contentPart>
        </mc:Choice>
        <mc:Fallback xmlns="">
          <p:pic>
            <p:nvPicPr>
              <p:cNvPr id="37" name="インク 36">
                <a:extLst>
                  <a:ext uri="{FF2B5EF4-FFF2-40B4-BE49-F238E27FC236}">
                    <a16:creationId xmlns:a16="http://schemas.microsoft.com/office/drawing/2014/main" id="{D99DA421-E18B-4A52-792F-B8A64A4763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2600" y="6445084"/>
                <a:ext cx="1645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インク 37">
                <a:extLst>
                  <a:ext uri="{FF2B5EF4-FFF2-40B4-BE49-F238E27FC236}">
                    <a16:creationId xmlns:a16="http://schemas.microsoft.com/office/drawing/2014/main" id="{9ECF6383-CD85-28B2-E2D4-A83CD6F0676C}"/>
                  </a:ext>
                </a:extLst>
              </p14:cNvPr>
              <p14:cNvContentPartPr/>
              <p14:nvPr/>
            </p14:nvContentPartPr>
            <p14:xfrm>
              <a:off x="1844889" y="6425312"/>
              <a:ext cx="145800" cy="259920"/>
            </p14:xfrm>
          </p:contentPart>
        </mc:Choice>
        <mc:Fallback xmlns="">
          <p:pic>
            <p:nvPicPr>
              <p:cNvPr id="38" name="インク 37">
                <a:extLst>
                  <a:ext uri="{FF2B5EF4-FFF2-40B4-BE49-F238E27FC236}">
                    <a16:creationId xmlns:a16="http://schemas.microsoft.com/office/drawing/2014/main" id="{9ECF6383-CD85-28B2-E2D4-A83CD6F067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0569" y="6420998"/>
                <a:ext cx="154440" cy="268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9" name="インク 38">
                <a:extLst>
                  <a:ext uri="{FF2B5EF4-FFF2-40B4-BE49-F238E27FC236}">
                    <a16:creationId xmlns:a16="http://schemas.microsoft.com/office/drawing/2014/main" id="{19E51F4D-658D-B03C-B1DF-27B23AEE3896}"/>
                  </a:ext>
                </a:extLst>
              </p14:cNvPr>
              <p14:cNvContentPartPr/>
              <p14:nvPr/>
            </p14:nvContentPartPr>
            <p14:xfrm>
              <a:off x="1828338" y="5517274"/>
              <a:ext cx="102240" cy="151560"/>
            </p14:xfrm>
          </p:contentPart>
        </mc:Choice>
        <mc:Fallback xmlns="">
          <p:pic>
            <p:nvPicPr>
              <p:cNvPr id="39" name="インク 38">
                <a:extLst>
                  <a:ext uri="{FF2B5EF4-FFF2-40B4-BE49-F238E27FC236}">
                    <a16:creationId xmlns:a16="http://schemas.microsoft.com/office/drawing/2014/main" id="{19E51F4D-658D-B03C-B1DF-27B23AEE38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4018" y="5512954"/>
                <a:ext cx="110880" cy="160200"/>
              </a:xfrm>
              <a:prstGeom prst="rect">
                <a:avLst/>
              </a:prstGeom>
            </p:spPr>
          </p:pic>
        </mc:Fallback>
      </mc:AlternateContent>
      <p:sp>
        <p:nvSpPr>
          <p:cNvPr id="40" name="object 38">
            <a:extLst>
              <a:ext uri="{FF2B5EF4-FFF2-40B4-BE49-F238E27FC236}">
                <a16:creationId xmlns:a16="http://schemas.microsoft.com/office/drawing/2014/main" id="{648A32CE-35F8-F1ED-3A84-4816573B4C0C}"/>
              </a:ext>
            </a:extLst>
          </p:cNvPr>
          <p:cNvSpPr txBox="1"/>
          <p:nvPr/>
        </p:nvSpPr>
        <p:spPr>
          <a:xfrm>
            <a:off x="728967" y="5466707"/>
            <a:ext cx="311785" cy="189154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35"/>
              </a:spcBef>
            </a:pPr>
            <a:r>
              <a:rPr lang="en-US" sz="1200" spc="-25" dirty="0">
                <a:latin typeface="ＭＳ ゴシック"/>
                <a:cs typeface="ＭＳ ゴシック"/>
              </a:rPr>
              <a:t>2</a:t>
            </a:r>
            <a:endParaRPr sz="1200" dirty="0">
              <a:latin typeface="ＭＳ ゴシック"/>
              <a:cs typeface="ＭＳ ゴシック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4C6EC8E-3692-567C-0299-CB7E36DC5B35}"/>
              </a:ext>
            </a:extLst>
          </p:cNvPr>
          <p:cNvSpPr txBox="1"/>
          <p:nvPr/>
        </p:nvSpPr>
        <p:spPr>
          <a:xfrm>
            <a:off x="3544975" y="5353004"/>
            <a:ext cx="28287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a(-1,-1),b(1,-1),c(1,1)</a:t>
            </a:r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の三角形を中心点を基準点として</a:t>
            </a:r>
            <a:r>
              <a:rPr kumimoji="1" lang="en-US" altLang="ja-JP" sz="1400" dirty="0"/>
              <a:t>45°</a:t>
            </a:r>
            <a:r>
              <a:rPr kumimoji="1" lang="ja-JP" altLang="en-US" sz="1400" dirty="0"/>
              <a:t>回転させる。</a:t>
            </a:r>
            <a:endParaRPr kumimoji="1" lang="en-US" altLang="ja-JP" sz="1400" dirty="0"/>
          </a:p>
          <a:p>
            <a:endParaRPr kumimoji="1" lang="en-US" altLang="ja-JP" sz="1400" dirty="0"/>
          </a:p>
          <a:p>
            <a:r>
              <a:rPr kumimoji="1" lang="ja-JP" altLang="en-US" sz="1400" dirty="0"/>
              <a:t>その際の</a:t>
            </a:r>
            <a:r>
              <a:rPr kumimoji="1" lang="en-US" altLang="ja-JP" sz="1400"/>
              <a:t>a</a:t>
            </a:r>
            <a:r>
              <a:rPr kumimoji="1" lang="ja-JP" altLang="en-US" sz="1400"/>
              <a:t>の</a:t>
            </a:r>
            <a:r>
              <a:rPr kumimoji="1" lang="ja-JP" altLang="en-US" sz="1400" dirty="0"/>
              <a:t>座標を求めよ。</a:t>
            </a:r>
          </a:p>
        </p:txBody>
      </p:sp>
      <p:sp>
        <p:nvSpPr>
          <p:cNvPr id="42" name="object 55">
            <a:extLst>
              <a:ext uri="{FF2B5EF4-FFF2-40B4-BE49-F238E27FC236}">
                <a16:creationId xmlns:a16="http://schemas.microsoft.com/office/drawing/2014/main" id="{B565524C-CD94-BA1A-DB36-4265D0CFB9D0}"/>
              </a:ext>
            </a:extLst>
          </p:cNvPr>
          <p:cNvSpPr/>
          <p:nvPr/>
        </p:nvSpPr>
        <p:spPr>
          <a:xfrm>
            <a:off x="545908" y="5346700"/>
            <a:ext cx="6376035" cy="5181600"/>
          </a:xfrm>
          <a:custGeom>
            <a:avLst/>
            <a:gdLst/>
            <a:ahLst/>
            <a:cxnLst/>
            <a:rect l="l" t="t" r="r" b="b"/>
            <a:pathLst>
              <a:path w="6376034" h="1143000">
                <a:moveTo>
                  <a:pt x="0" y="1143000"/>
                </a:moveTo>
                <a:lnTo>
                  <a:pt x="6376034" y="1143000"/>
                </a:lnTo>
                <a:lnTo>
                  <a:pt x="6376034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ln w="9525">
            <a:solidFill>
              <a:srgbClr val="000000"/>
            </a:solidFill>
            <a:prstDash val="dot"/>
          </a:ln>
        </p:spPr>
        <p:txBody>
          <a:bodyPr wrap="square" lIns="0" tIns="0" rIns="0" bIns="0" rtlCol="0"/>
          <a:lstStyle/>
          <a:p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6" name="インク 45">
                <a:extLst>
                  <a:ext uri="{FF2B5EF4-FFF2-40B4-BE49-F238E27FC236}">
                    <a16:creationId xmlns:a16="http://schemas.microsoft.com/office/drawing/2014/main" id="{FAE81809-EEE2-95AD-E1A2-D67DF6F4286E}"/>
                  </a:ext>
                </a:extLst>
              </p14:cNvPr>
              <p14:cNvContentPartPr/>
              <p14:nvPr/>
            </p14:nvContentPartPr>
            <p14:xfrm>
              <a:off x="4312739" y="6430739"/>
              <a:ext cx="360" cy="360"/>
            </p14:xfrm>
          </p:contentPart>
        </mc:Choice>
        <mc:Fallback xmlns="">
          <p:pic>
            <p:nvPicPr>
              <p:cNvPr id="46" name="インク 45">
                <a:extLst>
                  <a:ext uri="{FF2B5EF4-FFF2-40B4-BE49-F238E27FC236}">
                    <a16:creationId xmlns:a16="http://schemas.microsoft.com/office/drawing/2014/main" id="{FAE81809-EEE2-95AD-E1A2-D67DF6F4286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08419" y="6426419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7" name="インク 46">
                <a:extLst>
                  <a:ext uri="{FF2B5EF4-FFF2-40B4-BE49-F238E27FC236}">
                    <a16:creationId xmlns:a16="http://schemas.microsoft.com/office/drawing/2014/main" id="{DA477D64-DB2B-F66F-4C73-9BD0C56E0229}"/>
                  </a:ext>
                </a:extLst>
              </p14:cNvPr>
              <p14:cNvContentPartPr/>
              <p14:nvPr/>
            </p14:nvContentPartPr>
            <p14:xfrm>
              <a:off x="2780939" y="6453779"/>
              <a:ext cx="14040" cy="360"/>
            </p14:xfrm>
          </p:contentPart>
        </mc:Choice>
        <mc:Fallback xmlns="">
          <p:pic>
            <p:nvPicPr>
              <p:cNvPr id="47" name="インク 46">
                <a:extLst>
                  <a:ext uri="{FF2B5EF4-FFF2-40B4-BE49-F238E27FC236}">
                    <a16:creationId xmlns:a16="http://schemas.microsoft.com/office/drawing/2014/main" id="{DA477D64-DB2B-F66F-4C73-9BD0C56E022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76505" y="6449459"/>
                <a:ext cx="22907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3686BF4C-0F9B-4543-A35B-3244B68BB0F8}"/>
                  </a:ext>
                </a:extLst>
              </p14:cNvPr>
              <p14:cNvContentPartPr/>
              <p14:nvPr/>
            </p14:nvContentPartPr>
            <p14:xfrm>
              <a:off x="928500" y="1431900"/>
              <a:ext cx="190440" cy="14688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3686BF4C-0F9B-4543-A35B-3244B68BB0F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4180" y="1427580"/>
                <a:ext cx="19908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024E163B-5CE0-53FD-EE0D-0BD1F0DAA128}"/>
                  </a:ext>
                </a:extLst>
              </p14:cNvPr>
              <p14:cNvContentPartPr/>
              <p14:nvPr/>
            </p14:nvContentPartPr>
            <p14:xfrm>
              <a:off x="1996620" y="1371420"/>
              <a:ext cx="100440" cy="22140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024E163B-5CE0-53FD-EE0D-0BD1F0DAA12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92300" y="1366740"/>
                <a:ext cx="10908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7DE98610-653B-907F-96F6-A589EF8FE594}"/>
                  </a:ext>
                </a:extLst>
              </p14:cNvPr>
              <p14:cNvContentPartPr/>
              <p14:nvPr/>
            </p14:nvContentPartPr>
            <p14:xfrm>
              <a:off x="2009220" y="473580"/>
              <a:ext cx="145080" cy="20664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7DE98610-653B-907F-96F6-A589EF8FE5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04900" y="469260"/>
                <a:ext cx="15372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45788B6A-0B1F-85B3-2092-57384BAB5BB3}"/>
                  </a:ext>
                </a:extLst>
              </p:cNvPr>
              <p:cNvSpPr txBox="1"/>
              <p:nvPr/>
            </p:nvSpPr>
            <p:spPr>
              <a:xfrm>
                <a:off x="1072882" y="1888177"/>
                <a:ext cx="865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ja-JP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30</m:t>
                          </m:r>
                        </m:e>
                        <m:sup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45788B6A-0B1F-85B3-2092-57384BAB5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82" y="1888177"/>
                <a:ext cx="865878" cy="276999"/>
              </a:xfrm>
              <a:prstGeom prst="rect">
                <a:avLst/>
              </a:prstGeom>
              <a:blipFill>
                <a:blip r:embed="rId18"/>
                <a:stretch>
                  <a:fillRect l="-5634" t="-2222" r="-1408" b="-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F6952B01-2AE9-2934-509D-17EF398FF025}"/>
                  </a:ext>
                </a:extLst>
              </p:cNvPr>
              <p:cNvSpPr txBox="1"/>
              <p:nvPr/>
            </p:nvSpPr>
            <p:spPr>
              <a:xfrm>
                <a:off x="1047102" y="2310865"/>
                <a:ext cx="6941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kumimoji="1" lang="ja-JP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F6952B01-2AE9-2934-509D-17EF398FF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102" y="2310865"/>
                <a:ext cx="694164" cy="276999"/>
              </a:xfrm>
              <a:prstGeom prst="rect">
                <a:avLst/>
              </a:prstGeom>
              <a:blipFill>
                <a:blip r:embed="rId19"/>
                <a:stretch>
                  <a:fillRect l="-3509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9FF748C-2A43-EBF7-048E-BF6D4AA332A9}"/>
                  </a:ext>
                </a:extLst>
              </p:cNvPr>
              <p:cNvSpPr txBox="1"/>
              <p:nvPr/>
            </p:nvSpPr>
            <p:spPr>
              <a:xfrm>
                <a:off x="1016237" y="2677966"/>
                <a:ext cx="1030603" cy="654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kumimoji="1" lang="ja-JP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ja-JP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ja-JP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ja-JP" alt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ja-JP" alt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B9FF748C-2A43-EBF7-048E-BF6D4AA33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37" y="2677966"/>
                <a:ext cx="1030603" cy="65492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1A084EFF-A045-6465-21F7-410CA97D6EEC}"/>
                  </a:ext>
                </a:extLst>
              </p:cNvPr>
              <p:cNvSpPr txBox="1"/>
              <p:nvPr/>
            </p:nvSpPr>
            <p:spPr>
              <a:xfrm>
                <a:off x="959224" y="3464270"/>
                <a:ext cx="238764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600" i="1" smtClean="0">
                          <a:latin typeface="Cambria Math" panose="02040503050406030204" pitchFamily="18" charset="0"/>
                        </a:rPr>
                        <m:t>𝐶𝑥</m:t>
                      </m:r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=1</m:t>
                      </m:r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func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6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1A084EFF-A045-6465-21F7-410CA97D6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224" y="3464270"/>
                <a:ext cx="2387641" cy="246221"/>
              </a:xfrm>
              <a:prstGeom prst="rect">
                <a:avLst/>
              </a:prstGeom>
              <a:blipFill>
                <a:blip r:embed="rId21"/>
                <a:stretch>
                  <a:fillRect l="-1020" b="-73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5AE08ED-0045-0521-36A2-1D2B520C7677}"/>
                  </a:ext>
                </a:extLst>
              </p:cNvPr>
              <p:cNvSpPr txBox="1"/>
              <p:nvPr/>
            </p:nvSpPr>
            <p:spPr>
              <a:xfrm>
                <a:off x="1170405" y="3714285"/>
                <a:ext cx="747384" cy="5329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ja-JP" alt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kumimoji="1" lang="ja-JP" altLang="en-US" i="0" dirty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kumimoji="1" lang="ja-JP" alt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5AE08ED-0045-0521-36A2-1D2B520C7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405" y="3714285"/>
                <a:ext cx="747384" cy="532903"/>
              </a:xfrm>
              <a:prstGeom prst="rect">
                <a:avLst/>
              </a:prstGeom>
              <a:blipFill>
                <a:blip r:embed="rId22"/>
                <a:stretch>
                  <a:fillRect l="-7317" b="-56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04B12150-6B49-F24E-8617-523859FCD8E3}"/>
                  </a:ext>
                </a:extLst>
              </p:cNvPr>
              <p:cNvSpPr txBox="1"/>
              <p:nvPr/>
            </p:nvSpPr>
            <p:spPr>
              <a:xfrm>
                <a:off x="904533" y="4282741"/>
                <a:ext cx="2573077" cy="2705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ja-JP" altLang="en-US" sz="1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=1⋅</m:t>
                      </m:r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6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+1⋅</m:t>
                      </m:r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6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04B12150-6B49-F24E-8617-523859FCD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533" y="4282741"/>
                <a:ext cx="2573077" cy="270587"/>
              </a:xfrm>
              <a:prstGeom prst="rect">
                <a:avLst/>
              </a:prstGeom>
              <a:blipFill>
                <a:blip r:embed="rId23"/>
                <a:stretch>
                  <a:fillRect l="-948" b="-204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A2591B7-EBC6-02DB-A110-7A574C9DD773}"/>
                  </a:ext>
                </a:extLst>
              </p:cNvPr>
              <p:cNvSpPr txBox="1"/>
              <p:nvPr/>
            </p:nvSpPr>
            <p:spPr>
              <a:xfrm>
                <a:off x="1132129" y="4587093"/>
                <a:ext cx="747384" cy="5329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i="1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kumimoji="1" lang="en-US" altLang="ja-JP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A2591B7-EBC6-02DB-A110-7A574C9DD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29" y="4587093"/>
                <a:ext cx="747384" cy="532903"/>
              </a:xfrm>
              <a:prstGeom prst="rect">
                <a:avLst/>
              </a:prstGeom>
              <a:blipFill>
                <a:blip r:embed="rId24"/>
                <a:stretch>
                  <a:fillRect l="-7377" b="-56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8002F05-1DA6-2332-2255-50F1A26B2B68}"/>
                  </a:ext>
                </a:extLst>
              </p:cNvPr>
              <p:cNvSpPr txBox="1"/>
              <p:nvPr/>
            </p:nvSpPr>
            <p:spPr>
              <a:xfrm>
                <a:off x="4323579" y="1888177"/>
                <a:ext cx="8658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kumimoji="1" lang="ja-JP" alt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ja-JP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78002F05-1DA6-2332-2255-50F1A26B2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579" y="1888177"/>
                <a:ext cx="865878" cy="276999"/>
              </a:xfrm>
              <a:prstGeom prst="rect">
                <a:avLst/>
              </a:prstGeom>
              <a:blipFill>
                <a:blip r:embed="rId25"/>
                <a:stretch>
                  <a:fillRect l="-4930" t="-2222" r="-2113" b="-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672D06A-A515-A4DE-71FE-4A5BA122A3D7}"/>
                  </a:ext>
                </a:extLst>
              </p:cNvPr>
              <p:cNvSpPr txBox="1"/>
              <p:nvPr/>
            </p:nvSpPr>
            <p:spPr>
              <a:xfrm>
                <a:off x="4335364" y="2310864"/>
                <a:ext cx="6941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kumimoji="1" lang="ja-JP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672D06A-A515-A4DE-71FE-4A5BA122A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364" y="2310864"/>
                <a:ext cx="694164" cy="276999"/>
              </a:xfrm>
              <a:prstGeom prst="rect">
                <a:avLst/>
              </a:prstGeom>
              <a:blipFill>
                <a:blip r:embed="rId26"/>
                <a:stretch>
                  <a:fillRect l="-3509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CBD4933-E89F-E724-003E-854CC27C2EAF}"/>
                  </a:ext>
                </a:extLst>
              </p:cNvPr>
              <p:cNvSpPr txBox="1"/>
              <p:nvPr/>
            </p:nvSpPr>
            <p:spPr>
              <a:xfrm>
                <a:off x="4335364" y="2677966"/>
                <a:ext cx="1030603" cy="6549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kumimoji="1" lang="ja-JP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ja-JP" alt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ja-JP" altLang="en-US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ja-JP" altLang="en-US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kumimoji="1" lang="ja-JP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ja-JP" alt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num>
                            <m:den>
                              <m:r>
                                <a:rPr kumimoji="1" lang="ja-JP" alt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CBD4933-E89F-E724-003E-854CC27C2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364" y="2677966"/>
                <a:ext cx="1030603" cy="654923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B6E7AF9-1B30-DA7F-2551-DCC94C70B1C1}"/>
                  </a:ext>
                </a:extLst>
              </p:cNvPr>
              <p:cNvSpPr txBox="1"/>
              <p:nvPr/>
            </p:nvSpPr>
            <p:spPr>
              <a:xfrm>
                <a:off x="4051091" y="3418970"/>
                <a:ext cx="238764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600" i="1" smtClean="0">
                          <a:latin typeface="Cambria Math" panose="02040503050406030204" pitchFamily="18" charset="0"/>
                        </a:rPr>
                        <m:t>𝐶𝑥</m:t>
                      </m:r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=1</m:t>
                      </m:r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func>
                      <m:r>
                        <a:rPr kumimoji="1" lang="ja-JP" altLang="en-US" sz="1600" i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kumimoji="1" lang="ja-JP" alt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6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600" b="0" i="0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kumimoji="1" lang="ja-JP" altLang="en-US" sz="16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9B6E7AF9-1B30-DA7F-2551-DCC94C70B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091" y="3418970"/>
                <a:ext cx="2387641" cy="246221"/>
              </a:xfrm>
              <a:prstGeom prst="rect">
                <a:avLst/>
              </a:prstGeom>
              <a:blipFill>
                <a:blip r:embed="rId28"/>
                <a:stretch>
                  <a:fillRect l="-1279" b="-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564FF0B-77FD-215B-8E4B-F99572C52DB5}"/>
                  </a:ext>
                </a:extLst>
              </p:cNvPr>
              <p:cNvSpPr txBox="1"/>
              <p:nvPr/>
            </p:nvSpPr>
            <p:spPr>
              <a:xfrm>
                <a:off x="4369066" y="3710491"/>
                <a:ext cx="765338" cy="4517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400" b="0" i="0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sz="14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kumimoji="1" lang="ja-JP" alt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ja-JP" altLang="en-US" sz="1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1" lang="ja-JP" altLang="en-US" sz="14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564FF0B-77FD-215B-8E4B-F99572C52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066" y="3710491"/>
                <a:ext cx="765338" cy="45179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58251E3-1961-BDFB-DF50-5ECF2B7A43EA}"/>
                  </a:ext>
                </a:extLst>
              </p:cNvPr>
              <p:cNvSpPr txBox="1"/>
              <p:nvPr/>
            </p:nvSpPr>
            <p:spPr>
              <a:xfrm>
                <a:off x="4074276" y="4246345"/>
                <a:ext cx="2251001" cy="2366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ja-JP" alt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=1⋅</m:t>
                      </m:r>
                      <m:func>
                        <m:funcPr>
                          <m:ctrlP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  <m:r>
                        <a:rPr kumimoji="1" lang="ja-JP" altLang="en-US" sz="1400" i="0">
                          <a:latin typeface="Cambria Math" panose="02040503050406030204" pitchFamily="18" charset="0"/>
                        </a:rPr>
                        <m:t>+1⋅</m:t>
                      </m:r>
                      <m:func>
                        <m:funcPr>
                          <m:ctrlPr>
                            <a:rPr kumimoji="1" lang="ja-JP" alt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1400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p>
                            <m:sSupPr>
                              <m:ctrlPr>
                                <a:rPr kumimoji="1" lang="ja-JP" altLang="en-US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e>
                            <m:sup>
                              <m:r>
                                <a:rPr kumimoji="1" lang="ja-JP" altLang="en-US" sz="1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58251E3-1961-BDFB-DF50-5ECF2B7A4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276" y="4246345"/>
                <a:ext cx="2251001" cy="236668"/>
              </a:xfrm>
              <a:prstGeom prst="rect">
                <a:avLst/>
              </a:prstGeom>
              <a:blipFill>
                <a:blip r:embed="rId30"/>
                <a:stretch>
                  <a:fillRect l="-1081" b="-184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DFA37B87-5A30-9B3A-142C-5B3A2081E379}"/>
                  </a:ext>
                </a:extLst>
              </p:cNvPr>
              <p:cNvSpPr txBox="1"/>
              <p:nvPr/>
            </p:nvSpPr>
            <p:spPr>
              <a:xfrm>
                <a:off x="4335364" y="4531159"/>
                <a:ext cx="747384" cy="5329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i="1" smtClean="0">
                            <a:latin typeface="Cambria Math" panose="02040503050406030204" pitchFamily="18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kumimoji="1" lang="en-US" altLang="ja-JP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DFA37B87-5A30-9B3A-142C-5B3A2081E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364" y="4531159"/>
                <a:ext cx="747384" cy="532903"/>
              </a:xfrm>
              <a:prstGeom prst="rect">
                <a:avLst/>
              </a:prstGeom>
              <a:blipFill>
                <a:blip r:embed="rId31"/>
                <a:stretch>
                  <a:fillRect l="-6504" b="-56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4F33269F-320A-C2EA-965D-8799D77BE9D3}"/>
                  </a:ext>
                </a:extLst>
              </p:cNvPr>
              <p:cNvSpPr txBox="1"/>
              <p:nvPr/>
            </p:nvSpPr>
            <p:spPr>
              <a:xfrm>
                <a:off x="884859" y="6780057"/>
                <a:ext cx="1153008" cy="4149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i="1">
                          <a:latin typeface="Cambria Math" panose="02040503050406030204" pitchFamily="18" charset="0"/>
                        </a:rPr>
                        <m:t>中心</m:t>
                      </m:r>
                      <m:r>
                        <a:rPr kumimoji="1" lang="ja-JP" altLang="en-US" sz="1200" i="1" smtClean="0">
                          <a:latin typeface="Cambria Math" panose="02040503050406030204" pitchFamily="18" charset="0"/>
                        </a:rPr>
                        <m:t>：</m:t>
                      </m:r>
                      <m:r>
                        <a:rPr kumimoji="1" lang="ja-JP" altLang="en-US" sz="120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kumimoji="1" lang="ja-JP" altLang="en-US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ja-JP" alt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kumimoji="1" lang="ja-JP" altLang="en-US" sz="1200" i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kumimoji="1" lang="ja-JP" altLang="en-US" sz="1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kumimoji="1" lang="ja-JP" altLang="en-US" sz="12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4F33269F-320A-C2EA-965D-8799D77BE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59" y="6780057"/>
                <a:ext cx="1153008" cy="414985"/>
              </a:xfrm>
              <a:prstGeom prst="rect">
                <a:avLst/>
              </a:prstGeom>
              <a:blipFill>
                <a:blip r:embed="rId32"/>
                <a:stretch>
                  <a:fillRect l="-4233" b="-14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図 21">
            <a:extLst>
              <a:ext uri="{FF2B5EF4-FFF2-40B4-BE49-F238E27FC236}">
                <a16:creationId xmlns:a16="http://schemas.microsoft.com/office/drawing/2014/main" id="{A64B0BD0-0287-4AD4-6AC2-E3009A9D211A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357" y="6864292"/>
            <a:ext cx="4769916" cy="36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93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1237</Words>
  <Application>Microsoft Office PowerPoint</Application>
  <PresentationFormat>ユーザー設定</PresentationFormat>
  <Paragraphs>193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ＭＳ ゴシック</vt:lpstr>
      <vt:lpstr>ＭＳ 明朝</vt:lpstr>
      <vt:lpstr>Calibri</vt:lpstr>
      <vt:lpstr>Cambria Math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uhkq5psv.rv5</dc:title>
  <dc:creator>Mahiro</dc:creator>
  <cp:lastModifiedBy>内藤 真広</cp:lastModifiedBy>
  <cp:revision>107</cp:revision>
  <dcterms:created xsi:type="dcterms:W3CDTF">2023-06-19T18:30:48Z</dcterms:created>
  <dcterms:modified xsi:type="dcterms:W3CDTF">2026-03-28T09:41:27Z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2023-06-20T00:00:00Z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2023-06-19T00:00:00Z</vt:filetime>
  </property>
</Properties>
</file>